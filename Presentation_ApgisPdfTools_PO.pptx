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D6B6F4-95C5-9F4C-80C0-DE234830725A}" v="4" dt="2026-01-06T10:18:09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89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pron" userId="5be0f5b82ff7b2f8" providerId="LiveId" clId="{977F35C2-A647-5C09-8728-5BB37B2C49D4}"/>
    <pc:docChg chg="undo custSel modSld">
      <pc:chgData name="Nicolas Capron" userId="5be0f5b82ff7b2f8" providerId="LiveId" clId="{977F35C2-A647-5C09-8728-5BB37B2C49D4}" dt="2026-01-06T10:21:14.934" v="141" actId="729"/>
      <pc:docMkLst>
        <pc:docMk/>
      </pc:docMkLst>
      <pc:sldChg chg="addSp modSp mod setBg addAnim setClrOvrMap">
        <pc:chgData name="Nicolas Capron" userId="5be0f5b82ff7b2f8" providerId="LiveId" clId="{977F35C2-A647-5C09-8728-5BB37B2C49D4}" dt="2026-01-06T10:13:57.742" v="3"/>
        <pc:sldMkLst>
          <pc:docMk/>
          <pc:sldMk cId="0" sldId="256"/>
        </pc:sldMkLst>
        <pc:spChg chg="mod or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8" creationId="{DE27238C-8EAF-4098-86E6-7723B7DAE601}"/>
          </ac:spMkLst>
        </pc:spChg>
        <pc:spChg chg="ad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10" creationId="{992F97B1-1891-4FCC-9E5F-BA97EDB48F89}"/>
          </ac:spMkLst>
        </pc:spChg>
        <pc:spChg chg="ad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12" creationId="{78C6C821-FEE1-4EB6-9590-C021440C77DE}"/>
          </ac:spMkLst>
        </pc:spChg>
        <pc:spChg chg="add">
          <ac:chgData name="Nicolas Capron" userId="5be0f5b82ff7b2f8" providerId="LiveId" clId="{977F35C2-A647-5C09-8728-5BB37B2C49D4}" dt="2026-01-06T10:13:57.739" v="1" actId="26606"/>
          <ac:spMkLst>
            <pc:docMk/>
            <pc:sldMk cId="0" sldId="256"/>
            <ac:spMk id="14" creationId="{B61A74B3-E247-44D4-8C48-FAE8E2056401}"/>
          </ac:spMkLst>
        </pc:spChg>
      </pc:sldChg>
      <pc:sldChg chg="addSp modSp mod setBg">
        <pc:chgData name="Nicolas Capron" userId="5be0f5b82ff7b2f8" providerId="LiveId" clId="{977F35C2-A647-5C09-8728-5BB37B2C49D4}" dt="2026-01-06T10:14:11.311" v="18" actId="26606"/>
        <pc:sldMkLst>
          <pc:docMk/>
          <pc:sldMk cId="0" sldId="257"/>
        </pc:sldMkLst>
        <pc:spChg chg="mod">
          <ac:chgData name="Nicolas Capron" userId="5be0f5b82ff7b2f8" providerId="LiveId" clId="{977F35C2-A647-5C09-8728-5BB37B2C49D4}" dt="2026-01-06T10:14:11.311" v="1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4:11.311" v="18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4:11.311" v="18" actId="26606"/>
          <ac:spMkLst>
            <pc:docMk/>
            <pc:sldMk cId="0" sldId="257"/>
            <ac:spMk id="9" creationId="{C8A3C342-1D03-412F-8DD3-BF519E8E0AE9}"/>
          </ac:spMkLst>
        </pc:spChg>
        <pc:spChg chg="add">
          <ac:chgData name="Nicolas Capron" userId="5be0f5b82ff7b2f8" providerId="LiveId" clId="{977F35C2-A647-5C09-8728-5BB37B2C49D4}" dt="2026-01-06T10:14:11.311" v="18" actId="26606"/>
          <ac:spMkLst>
            <pc:docMk/>
            <pc:sldMk cId="0" sldId="257"/>
            <ac:spMk id="11" creationId="{81CC9B02-E087-4350-AEBD-2C3CF001AF01}"/>
          </ac:spMkLst>
        </pc:spChg>
        <pc:picChg chg="add">
          <ac:chgData name="Nicolas Capron" userId="5be0f5b82ff7b2f8" providerId="LiveId" clId="{977F35C2-A647-5C09-8728-5BB37B2C49D4}" dt="2026-01-06T10:14:11.311" v="18" actId="26606"/>
          <ac:picMkLst>
            <pc:docMk/>
            <pc:sldMk cId="0" sldId="257"/>
            <ac:picMk id="5" creationId="{7C58EE25-196E-1914-7AC7-10DC5929B014}"/>
          </ac:picMkLst>
        </pc:picChg>
      </pc:sldChg>
      <pc:sldChg chg="addSp delSp modSp mod setBg setClrOvrMap">
        <pc:chgData name="Nicolas Capron" userId="5be0f5b82ff7b2f8" providerId="LiveId" clId="{977F35C2-A647-5C09-8728-5BB37B2C49D4}" dt="2026-01-06T10:14:48.508" v="24" actId="26606"/>
        <pc:sldMkLst>
          <pc:docMk/>
          <pc:sldMk cId="0" sldId="258"/>
        </pc:sldMkLst>
        <pc:spChg chg="mod">
          <ac:chgData name="Nicolas Capron" userId="5be0f5b82ff7b2f8" providerId="LiveId" clId="{977F35C2-A647-5C09-8728-5BB37B2C49D4}" dt="2026-01-06T10:14:48.508" v="24" actId="2660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Nicolas Capron" userId="5be0f5b82ff7b2f8" providerId="LiveId" clId="{977F35C2-A647-5C09-8728-5BB37B2C49D4}" dt="2026-01-06T10:14:48.508" v="24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Nicolas Capron" userId="5be0f5b82ff7b2f8" providerId="LiveId" clId="{977F35C2-A647-5C09-8728-5BB37B2C49D4}" dt="2026-01-06T10:14:48.458" v="23" actId="26606"/>
          <ac:spMkLst>
            <pc:docMk/>
            <pc:sldMk cId="0" sldId="258"/>
            <ac:spMk id="9" creationId="{4E78424C-6FD0-41F8-9CAA-5DC19C42359F}"/>
          </ac:spMkLst>
        </pc:spChg>
        <pc:spChg chg="add del">
          <ac:chgData name="Nicolas Capron" userId="5be0f5b82ff7b2f8" providerId="LiveId" clId="{977F35C2-A647-5C09-8728-5BB37B2C49D4}" dt="2026-01-06T10:14:48.458" v="23" actId="26606"/>
          <ac:spMkLst>
            <pc:docMk/>
            <pc:sldMk cId="0" sldId="258"/>
            <ac:spMk id="11" creationId="{DD136760-57DC-4301-8BEA-B71AD2D13905}"/>
          </ac:spMkLst>
        </pc:spChg>
        <pc:spChg chg="add del">
          <ac:chgData name="Nicolas Capron" userId="5be0f5b82ff7b2f8" providerId="LiveId" clId="{977F35C2-A647-5C09-8728-5BB37B2C49D4}" dt="2026-01-06T10:14:48.458" v="23" actId="26606"/>
          <ac:spMkLst>
            <pc:docMk/>
            <pc:sldMk cId="0" sldId="258"/>
            <ac:spMk id="13" creationId="{BDC58DEA-1307-4F44-AD47-E613D8B76A89}"/>
          </ac:spMkLst>
        </pc:spChg>
        <pc:spChg chg="add del">
          <ac:chgData name="Nicolas Capron" userId="5be0f5b82ff7b2f8" providerId="LiveId" clId="{977F35C2-A647-5C09-8728-5BB37B2C49D4}" dt="2026-01-06T10:14:48.458" v="23" actId="26606"/>
          <ac:spMkLst>
            <pc:docMk/>
            <pc:sldMk cId="0" sldId="258"/>
            <ac:spMk id="15" creationId="{C99B912D-1E4B-42AF-A2BE-CFEFEC916EE7}"/>
          </ac:spMkLst>
        </pc:spChg>
        <pc:graphicFrameChg chg="add del">
          <ac:chgData name="Nicolas Capron" userId="5be0f5b82ff7b2f8" providerId="LiveId" clId="{977F35C2-A647-5C09-8728-5BB37B2C49D4}" dt="2026-01-06T10:14:48.458" v="23" actId="26606"/>
          <ac:graphicFrameMkLst>
            <pc:docMk/>
            <pc:sldMk cId="0" sldId="258"/>
            <ac:graphicFrameMk id="5" creationId="{5CD37355-916A-774F-ACE1-78AC3F4052D9}"/>
          </ac:graphicFrameMkLst>
        </pc:graphicFrameChg>
        <pc:graphicFrameChg chg="add">
          <ac:chgData name="Nicolas Capron" userId="5be0f5b82ff7b2f8" providerId="LiveId" clId="{977F35C2-A647-5C09-8728-5BB37B2C49D4}" dt="2026-01-06T10:14:48.508" v="24" actId="26606"/>
          <ac:graphicFrameMkLst>
            <pc:docMk/>
            <pc:sldMk cId="0" sldId="258"/>
            <ac:graphicFrameMk id="17" creationId="{A56FD54D-1980-7E9C-ACE2-F7A899D235FF}"/>
          </ac:graphicFrameMkLst>
        </pc:graphicFrameChg>
      </pc:sldChg>
      <pc:sldChg chg="addSp delSp modSp mod setBg setClrOvrMap">
        <pc:chgData name="Nicolas Capron" userId="5be0f5b82ff7b2f8" providerId="LiveId" clId="{977F35C2-A647-5C09-8728-5BB37B2C49D4}" dt="2026-01-06T10:15:11.597" v="43" actId="20577"/>
        <pc:sldMkLst>
          <pc:docMk/>
          <pc:sldMk cId="0" sldId="259"/>
        </pc:sldMkLst>
        <pc:spChg chg="mod">
          <ac:chgData name="Nicolas Capron" userId="5be0f5b82ff7b2f8" providerId="LiveId" clId="{977F35C2-A647-5C09-8728-5BB37B2C49D4}" dt="2026-01-06T10:15:11.597" v="43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Nicolas Capron" userId="5be0f5b82ff7b2f8" providerId="LiveId" clId="{977F35C2-A647-5C09-8728-5BB37B2C49D4}" dt="2026-01-06T10:14:59.418" v="25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4:59.418" v="25" actId="26606"/>
          <ac:spMkLst>
            <pc:docMk/>
            <pc:sldMk cId="0" sldId="259"/>
            <ac:spMk id="9" creationId="{4E78424C-6FD0-41F8-9CAA-5DC19C42359F}"/>
          </ac:spMkLst>
        </pc:spChg>
        <pc:spChg chg="add">
          <ac:chgData name="Nicolas Capron" userId="5be0f5b82ff7b2f8" providerId="LiveId" clId="{977F35C2-A647-5C09-8728-5BB37B2C49D4}" dt="2026-01-06T10:14:59.418" v="25" actId="26606"/>
          <ac:spMkLst>
            <pc:docMk/>
            <pc:sldMk cId="0" sldId="259"/>
            <ac:spMk id="11" creationId="{DD136760-57DC-4301-8BEA-B71AD2D13905}"/>
          </ac:spMkLst>
        </pc:spChg>
        <pc:spChg chg="add">
          <ac:chgData name="Nicolas Capron" userId="5be0f5b82ff7b2f8" providerId="LiveId" clId="{977F35C2-A647-5C09-8728-5BB37B2C49D4}" dt="2026-01-06T10:14:59.418" v="25" actId="26606"/>
          <ac:spMkLst>
            <pc:docMk/>
            <pc:sldMk cId="0" sldId="259"/>
            <ac:spMk id="13" creationId="{BDC58DEA-1307-4F44-AD47-E613D8B76A89}"/>
          </ac:spMkLst>
        </pc:spChg>
        <pc:spChg chg="add">
          <ac:chgData name="Nicolas Capron" userId="5be0f5b82ff7b2f8" providerId="LiveId" clId="{977F35C2-A647-5C09-8728-5BB37B2C49D4}" dt="2026-01-06T10:14:59.418" v="25" actId="26606"/>
          <ac:spMkLst>
            <pc:docMk/>
            <pc:sldMk cId="0" sldId="259"/>
            <ac:spMk id="15" creationId="{C99B912D-1E4B-42AF-A2BE-CFEFEC916EE7}"/>
          </ac:spMkLst>
        </pc:spChg>
        <pc:graphicFrameChg chg="add">
          <ac:chgData name="Nicolas Capron" userId="5be0f5b82ff7b2f8" providerId="LiveId" clId="{977F35C2-A647-5C09-8728-5BB37B2C49D4}" dt="2026-01-06T10:14:59.418" v="25" actId="26606"/>
          <ac:graphicFrameMkLst>
            <pc:docMk/>
            <pc:sldMk cId="0" sldId="259"/>
            <ac:graphicFrameMk id="5" creationId="{13AA29F0-B22A-FF7F-ECB9-6476A936D217}"/>
          </ac:graphicFrameMkLst>
        </pc:graphicFrameChg>
      </pc:sldChg>
      <pc:sldChg chg="addSp delSp modSp mod setBg">
        <pc:chgData name="Nicolas Capron" userId="5be0f5b82ff7b2f8" providerId="LiveId" clId="{977F35C2-A647-5C09-8728-5BB37B2C49D4}" dt="2026-01-06T10:15:41.519" v="57" actId="26606"/>
        <pc:sldMkLst>
          <pc:docMk/>
          <pc:sldMk cId="0" sldId="260"/>
        </pc:sldMkLst>
        <pc:spChg chg="mod">
          <ac:chgData name="Nicolas Capron" userId="5be0f5b82ff7b2f8" providerId="LiveId" clId="{977F35C2-A647-5C09-8728-5BB37B2C49D4}" dt="2026-01-06T10:15:41.519" v="57" actId="2660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Nicolas Capron" userId="5be0f5b82ff7b2f8" providerId="LiveId" clId="{977F35C2-A647-5C09-8728-5BB37B2C49D4}" dt="2026-01-06T10:15:41.519" v="57" actId="26606"/>
          <ac:spMkLst>
            <pc:docMk/>
            <pc:sldMk cId="0" sldId="260"/>
            <ac:spMk id="3" creationId="{00000000-0000-0000-0000-000000000000}"/>
          </ac:spMkLst>
        </pc:spChg>
        <pc:graphicFrameChg chg="add">
          <ac:chgData name="Nicolas Capron" userId="5be0f5b82ff7b2f8" providerId="LiveId" clId="{977F35C2-A647-5C09-8728-5BB37B2C49D4}" dt="2026-01-06T10:15:41.519" v="57" actId="26606"/>
          <ac:graphicFrameMkLst>
            <pc:docMk/>
            <pc:sldMk cId="0" sldId="260"/>
            <ac:graphicFrameMk id="5" creationId="{49620ED3-A30C-3616-2F6D-B45F78D2AF34}"/>
          </ac:graphicFrameMkLst>
        </pc:graphicFrameChg>
      </pc:sldChg>
      <pc:sldChg chg="addSp delSp modSp mod">
        <pc:chgData name="Nicolas Capron" userId="5be0f5b82ff7b2f8" providerId="LiveId" clId="{977F35C2-A647-5C09-8728-5BB37B2C49D4}" dt="2026-01-06T10:16:08.065" v="58" actId="26606"/>
        <pc:sldMkLst>
          <pc:docMk/>
          <pc:sldMk cId="0" sldId="261"/>
        </pc:sldMkLst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Nicolas Capron" userId="5be0f5b82ff7b2f8" providerId="LiveId" clId="{977F35C2-A647-5C09-8728-5BB37B2C49D4}" dt="2026-01-06T10:16:08.065" v="58" actId="26606"/>
          <ac:spMkLst>
            <pc:docMk/>
            <pc:sldMk cId="0" sldId="261"/>
            <ac:spMk id="3" creationId="{00000000-0000-0000-0000-000000000000}"/>
          </ac:spMkLst>
        </pc:spChg>
        <pc:graphicFrameChg chg="add">
          <ac:chgData name="Nicolas Capron" userId="5be0f5b82ff7b2f8" providerId="LiveId" clId="{977F35C2-A647-5C09-8728-5BB37B2C49D4}" dt="2026-01-06T10:16:08.065" v="58" actId="26606"/>
          <ac:graphicFrameMkLst>
            <pc:docMk/>
            <pc:sldMk cId="0" sldId="261"/>
            <ac:graphicFrameMk id="5" creationId="{38E7457B-8D59-F740-3D5A-FA59CE0B8311}"/>
          </ac:graphicFrameMkLst>
        </pc:graphicFrameChg>
      </pc:sldChg>
      <pc:sldChg chg="addSp delSp modSp mod setBg">
        <pc:chgData name="Nicolas Capron" userId="5be0f5b82ff7b2f8" providerId="LiveId" clId="{977F35C2-A647-5C09-8728-5BB37B2C49D4}" dt="2026-01-06T10:17:28.379" v="110" actId="20577"/>
        <pc:sldMkLst>
          <pc:docMk/>
          <pc:sldMk cId="0" sldId="262"/>
        </pc:sldMkLst>
        <pc:spChg chg="mod">
          <ac:chgData name="Nicolas Capron" userId="5be0f5b82ff7b2f8" providerId="LiveId" clId="{977F35C2-A647-5C09-8728-5BB37B2C49D4}" dt="2026-01-06T10:17:28.379" v="110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Nicolas Capron" userId="5be0f5b82ff7b2f8" providerId="LiveId" clId="{977F35C2-A647-5C09-8728-5BB37B2C49D4}" dt="2026-01-06T10:16:14.142" v="59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Nicolas Capron" userId="5be0f5b82ff7b2f8" providerId="LiveId" clId="{977F35C2-A647-5C09-8728-5BB37B2C49D4}" dt="2026-01-06T10:16:14.142" v="59" actId="26606"/>
          <ac:graphicFrameMkLst>
            <pc:docMk/>
            <pc:sldMk cId="0" sldId="262"/>
            <ac:graphicFrameMk id="5" creationId="{04CCA4D1-F36E-EECF-8AED-296049BF202B}"/>
          </ac:graphicFrameMkLst>
        </pc:graphicFrameChg>
      </pc:sldChg>
      <pc:sldChg chg="modSp mod modShow">
        <pc:chgData name="Nicolas Capron" userId="5be0f5b82ff7b2f8" providerId="LiveId" clId="{977F35C2-A647-5C09-8728-5BB37B2C49D4}" dt="2026-01-06T10:17:36.483" v="111" actId="729"/>
        <pc:sldMkLst>
          <pc:docMk/>
          <pc:sldMk cId="0" sldId="263"/>
        </pc:sldMkLst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7:27.924" v="109" actId="5793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 setBg setClrOvrMap">
        <pc:chgData name="Nicolas Capron" userId="5be0f5b82ff7b2f8" providerId="LiveId" clId="{977F35C2-A647-5C09-8728-5BB37B2C49D4}" dt="2026-01-06T10:18:24.989" v="116" actId="26606"/>
        <pc:sldMkLst>
          <pc:docMk/>
          <pc:sldMk cId="0" sldId="264"/>
        </pc:sldMkLst>
        <pc:spChg chg="mo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9" creationId="{ABE6F9A3-300E-47F5-B41C-C8C5E758DE7C}"/>
          </ac:spMkLst>
        </pc:spChg>
        <pc:spChg chg="ad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11" creationId="{61B4701B-39FE-43B8-86AA-D6B8789C2207}"/>
          </ac:spMkLst>
        </pc:spChg>
        <pc:spChg chg="ad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13" creationId="{E9A7EF13-49FA-4355-971A-34B065F35022}"/>
          </ac:spMkLst>
        </pc:spChg>
        <pc:spChg chg="add">
          <ac:chgData name="Nicolas Capron" userId="5be0f5b82ff7b2f8" providerId="LiveId" clId="{977F35C2-A647-5C09-8728-5BB37B2C49D4}" dt="2026-01-06T10:18:24.989" v="116" actId="26606"/>
          <ac:spMkLst>
            <pc:docMk/>
            <pc:sldMk cId="0" sldId="264"/>
            <ac:spMk id="15" creationId="{92CF3C3E-0F7B-4F0C-8EBD-BDD38E9C66F5}"/>
          </ac:spMkLst>
        </pc:spChg>
        <pc:graphicFrameChg chg="add del mod">
          <ac:chgData name="Nicolas Capron" userId="5be0f5b82ff7b2f8" providerId="LiveId" clId="{977F35C2-A647-5C09-8728-5BB37B2C49D4}" dt="2026-01-06T10:18:10.131" v="115" actId="26606"/>
          <ac:graphicFrameMkLst>
            <pc:docMk/>
            <pc:sldMk cId="0" sldId="264"/>
            <ac:graphicFrameMk id="5" creationId="{535F6B23-F1E2-F5FD-8BD7-44977DEFFE6D}"/>
          </ac:graphicFrameMkLst>
        </pc:graphicFrameChg>
        <pc:graphicFrameChg chg="add">
          <ac:chgData name="Nicolas Capron" userId="5be0f5b82ff7b2f8" providerId="LiveId" clId="{977F35C2-A647-5C09-8728-5BB37B2C49D4}" dt="2026-01-06T10:18:24.989" v="116" actId="26606"/>
          <ac:graphicFrameMkLst>
            <pc:docMk/>
            <pc:sldMk cId="0" sldId="264"/>
            <ac:graphicFrameMk id="6" creationId="{2F94E914-54EB-2F72-366B-C4E6883E0689}"/>
          </ac:graphicFrameMkLst>
        </pc:graphicFrameChg>
      </pc:sldChg>
      <pc:sldChg chg="addSp modSp mod setBg setClrOvrMap">
        <pc:chgData name="Nicolas Capron" userId="5be0f5b82ff7b2f8" providerId="LiveId" clId="{977F35C2-A647-5C09-8728-5BB37B2C49D4}" dt="2026-01-06T10:19:15.227" v="127" actId="20577"/>
        <pc:sldMkLst>
          <pc:docMk/>
          <pc:sldMk cId="0" sldId="265"/>
        </pc:sldMkLst>
        <pc:spChg chg="mod">
          <ac:chgData name="Nicolas Capron" userId="5be0f5b82ff7b2f8" providerId="LiveId" clId="{977F35C2-A647-5C09-8728-5BB37B2C49D4}" dt="2026-01-06T10:19:05.110" v="117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9:15.227" v="127" actId="20577"/>
          <ac:spMkLst>
            <pc:docMk/>
            <pc:sldMk cId="0" sldId="265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9:05.110" v="117" actId="26606"/>
          <ac:spMkLst>
            <pc:docMk/>
            <pc:sldMk cId="0" sldId="265"/>
            <ac:spMk id="8" creationId="{052BEFF1-896C-45B1-B02C-96A6A1BC389A}"/>
          </ac:spMkLst>
        </pc:spChg>
        <pc:spChg chg="add">
          <ac:chgData name="Nicolas Capron" userId="5be0f5b82ff7b2f8" providerId="LiveId" clId="{977F35C2-A647-5C09-8728-5BB37B2C49D4}" dt="2026-01-06T10:19:05.110" v="117" actId="26606"/>
          <ac:spMkLst>
            <pc:docMk/>
            <pc:sldMk cId="0" sldId="265"/>
            <ac:spMk id="10" creationId="{BB237A14-61B1-4C00-A670-5D8D68A8668E}"/>
          </ac:spMkLst>
        </pc:spChg>
        <pc:spChg chg="add">
          <ac:chgData name="Nicolas Capron" userId="5be0f5b82ff7b2f8" providerId="LiveId" clId="{977F35C2-A647-5C09-8728-5BB37B2C49D4}" dt="2026-01-06T10:19:05.110" v="117" actId="26606"/>
          <ac:spMkLst>
            <pc:docMk/>
            <pc:sldMk cId="0" sldId="265"/>
            <ac:spMk id="12" creationId="{8598F259-6F54-47A3-8D13-1603D786A328}"/>
          </ac:spMkLst>
        </pc:spChg>
        <pc:spChg chg="add">
          <ac:chgData name="Nicolas Capron" userId="5be0f5b82ff7b2f8" providerId="LiveId" clId="{977F35C2-A647-5C09-8728-5BB37B2C49D4}" dt="2026-01-06T10:19:05.110" v="117" actId="26606"/>
          <ac:spMkLst>
            <pc:docMk/>
            <pc:sldMk cId="0" sldId="265"/>
            <ac:spMk id="14" creationId="{0BA768A8-4FED-4ED8-9E46-6BE72188ECD2}"/>
          </ac:spMkLst>
        </pc:spChg>
      </pc:sldChg>
      <pc:sldChg chg="addSp modSp mod setBg">
        <pc:chgData name="Nicolas Capron" userId="5be0f5b82ff7b2f8" providerId="LiveId" clId="{977F35C2-A647-5C09-8728-5BB37B2C49D4}" dt="2026-01-06T10:19:30.432" v="133" actId="20577"/>
        <pc:sldMkLst>
          <pc:docMk/>
          <pc:sldMk cId="0" sldId="266"/>
        </pc:sldMkLst>
        <pc:spChg chg="mod">
          <ac:chgData name="Nicolas Capron" userId="5be0f5b82ff7b2f8" providerId="LiveId" clId="{977F35C2-A647-5C09-8728-5BB37B2C49D4}" dt="2026-01-06T10:19:30.432" v="133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9:21.743" v="128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19:21.743" v="128" actId="26606"/>
          <ac:spMkLst>
            <pc:docMk/>
            <pc:sldMk cId="0" sldId="266"/>
            <ac:spMk id="9" creationId="{C8A3C342-1D03-412F-8DD3-BF519E8E0AE9}"/>
          </ac:spMkLst>
        </pc:spChg>
        <pc:spChg chg="add">
          <ac:chgData name="Nicolas Capron" userId="5be0f5b82ff7b2f8" providerId="LiveId" clId="{977F35C2-A647-5C09-8728-5BB37B2C49D4}" dt="2026-01-06T10:19:21.743" v="128" actId="26606"/>
          <ac:spMkLst>
            <pc:docMk/>
            <pc:sldMk cId="0" sldId="266"/>
            <ac:spMk id="11" creationId="{81CC9B02-E087-4350-AEBD-2C3CF001AF01}"/>
          </ac:spMkLst>
        </pc:spChg>
        <pc:picChg chg="add">
          <ac:chgData name="Nicolas Capron" userId="5be0f5b82ff7b2f8" providerId="LiveId" clId="{977F35C2-A647-5C09-8728-5BB37B2C49D4}" dt="2026-01-06T10:19:21.743" v="128" actId="26606"/>
          <ac:picMkLst>
            <pc:docMk/>
            <pc:sldMk cId="0" sldId="266"/>
            <ac:picMk id="5" creationId="{6262FAA4-F528-B8BA-61EA-2655555190D1}"/>
          </ac:picMkLst>
        </pc:picChg>
      </pc:sldChg>
      <pc:sldChg chg="modSp mod modShow">
        <pc:chgData name="Nicolas Capron" userId="5be0f5b82ff7b2f8" providerId="LiveId" clId="{977F35C2-A647-5C09-8728-5BB37B2C49D4}" dt="2026-01-06T10:19:58.369" v="134" actId="729"/>
        <pc:sldMkLst>
          <pc:docMk/>
          <pc:sldMk cId="0" sldId="267"/>
        </pc:sldMkLst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67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67"/>
            <ac:spMk id="3" creationId="{00000000-0000-0000-0000-000000000000}"/>
          </ac:spMkLst>
        </pc:spChg>
      </pc:sldChg>
      <pc:sldChg chg="addSp delSp modSp mod setBg">
        <pc:chgData name="Nicolas Capron" userId="5be0f5b82ff7b2f8" providerId="LiveId" clId="{977F35C2-A647-5C09-8728-5BB37B2C49D4}" dt="2026-01-06T10:20:17.516" v="138" actId="26606"/>
        <pc:sldMkLst>
          <pc:docMk/>
          <pc:sldMk cId="0" sldId="268"/>
        </pc:sldMkLst>
        <pc:spChg chg="mod">
          <ac:chgData name="Nicolas Capron" userId="5be0f5b82ff7b2f8" providerId="LiveId" clId="{977F35C2-A647-5C09-8728-5BB37B2C49D4}" dt="2026-01-06T10:20:17.516" v="138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20:17.516" v="138" actId="26606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Nicolas Capron" userId="5be0f5b82ff7b2f8" providerId="LiveId" clId="{977F35C2-A647-5C09-8728-5BB37B2C49D4}" dt="2026-01-06T10:20:17.464" v="137" actId="26606"/>
          <ac:spMkLst>
            <pc:docMk/>
            <pc:sldMk cId="0" sldId="268"/>
            <ac:spMk id="9" creationId="{C8A3C342-1D03-412F-8DD3-BF519E8E0AE9}"/>
          </ac:spMkLst>
        </pc:spChg>
        <pc:spChg chg="add del">
          <ac:chgData name="Nicolas Capron" userId="5be0f5b82ff7b2f8" providerId="LiveId" clId="{977F35C2-A647-5C09-8728-5BB37B2C49D4}" dt="2026-01-06T10:20:17.464" v="137" actId="26606"/>
          <ac:spMkLst>
            <pc:docMk/>
            <pc:sldMk cId="0" sldId="268"/>
            <ac:spMk id="11" creationId="{81CC9B02-E087-4350-AEBD-2C3CF001AF01}"/>
          </ac:spMkLst>
        </pc:spChg>
        <pc:picChg chg="add del">
          <ac:chgData name="Nicolas Capron" userId="5be0f5b82ff7b2f8" providerId="LiveId" clId="{977F35C2-A647-5C09-8728-5BB37B2C49D4}" dt="2026-01-06T10:20:17.464" v="137" actId="26606"/>
          <ac:picMkLst>
            <pc:docMk/>
            <pc:sldMk cId="0" sldId="268"/>
            <ac:picMk id="5" creationId="{766F6080-ED5D-15BA-EBF9-09D98BB9A9AC}"/>
          </ac:picMkLst>
        </pc:picChg>
        <pc:picChg chg="add">
          <ac:chgData name="Nicolas Capron" userId="5be0f5b82ff7b2f8" providerId="LiveId" clId="{977F35C2-A647-5C09-8728-5BB37B2C49D4}" dt="2026-01-06T10:20:17.516" v="138" actId="26606"/>
          <ac:picMkLst>
            <pc:docMk/>
            <pc:sldMk cId="0" sldId="268"/>
            <ac:picMk id="13" creationId="{558569A1-8A16-4536-6B9B-C0984CE29A88}"/>
          </ac:picMkLst>
        </pc:picChg>
      </pc:sldChg>
      <pc:sldChg chg="addSp delSp modSp mod setBg setClrOvrMap">
        <pc:chgData name="Nicolas Capron" userId="5be0f5b82ff7b2f8" providerId="LiveId" clId="{977F35C2-A647-5C09-8728-5BB37B2C49D4}" dt="2026-01-06T10:20:43.198" v="139" actId="26606"/>
        <pc:sldMkLst>
          <pc:docMk/>
          <pc:sldMk cId="0" sldId="269"/>
        </pc:sldMkLst>
        <pc:spChg chg="mo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9" creationId="{47AEA421-5F29-4BA7-9360-2501B5987921}"/>
          </ac:spMkLst>
        </pc:spChg>
        <pc:spChg chg="ad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11" creationId="{9348F0CB-4904-4DEF-BDD4-ADEC2DCCCBD7}"/>
          </ac:spMkLst>
        </pc:spChg>
        <pc:spChg chg="ad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13" creationId="{1583E1B8-79B3-49BB-8704-58E4AB1AF213}"/>
          </ac:spMkLst>
        </pc:spChg>
        <pc:spChg chg="add">
          <ac:chgData name="Nicolas Capron" userId="5be0f5b82ff7b2f8" providerId="LiveId" clId="{977F35C2-A647-5C09-8728-5BB37B2C49D4}" dt="2026-01-06T10:20:43.198" v="139" actId="26606"/>
          <ac:spMkLst>
            <pc:docMk/>
            <pc:sldMk cId="0" sldId="269"/>
            <ac:spMk id="15" creationId="{7BB34D5F-2B87-438E-8236-69C6068D47A4}"/>
          </ac:spMkLst>
        </pc:spChg>
        <pc:graphicFrameChg chg="add">
          <ac:chgData name="Nicolas Capron" userId="5be0f5b82ff7b2f8" providerId="LiveId" clId="{977F35C2-A647-5C09-8728-5BB37B2C49D4}" dt="2026-01-06T10:20:43.198" v="139" actId="26606"/>
          <ac:graphicFrameMkLst>
            <pc:docMk/>
            <pc:sldMk cId="0" sldId="269"/>
            <ac:graphicFrameMk id="5" creationId="{449EF850-4FC9-1F84-CE76-838616F3A81B}"/>
          </ac:graphicFrameMkLst>
        </pc:graphicFrameChg>
      </pc:sldChg>
      <pc:sldChg chg="modSp mod modShow">
        <pc:chgData name="Nicolas Capron" userId="5be0f5b82ff7b2f8" providerId="LiveId" clId="{977F35C2-A647-5C09-8728-5BB37B2C49D4}" dt="2026-01-06T10:21:12.337" v="140" actId="729"/>
        <pc:sldMkLst>
          <pc:docMk/>
          <pc:sldMk cId="0" sldId="270"/>
        </pc:sldMkLst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70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70"/>
            <ac:spMk id="3" creationId="{00000000-0000-0000-0000-000000000000}"/>
          </ac:spMkLst>
        </pc:spChg>
      </pc:sldChg>
      <pc:sldChg chg="modSp mod modShow">
        <pc:chgData name="Nicolas Capron" userId="5be0f5b82ff7b2f8" providerId="LiveId" clId="{977F35C2-A647-5C09-8728-5BB37B2C49D4}" dt="2026-01-06T10:21:14.934" v="141" actId="729"/>
        <pc:sldMkLst>
          <pc:docMk/>
          <pc:sldMk cId="0" sldId="271"/>
        </pc:sldMkLst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71"/>
            <ac:spMk id="2" creationId="{00000000-0000-0000-0000-000000000000}"/>
          </ac:spMkLst>
        </pc:spChg>
        <pc:spChg chg="mod">
          <ac:chgData name="Nicolas Capron" userId="5be0f5b82ff7b2f8" providerId="LiveId" clId="{977F35C2-A647-5C09-8728-5BB37B2C49D4}" dt="2026-01-06T10:13:29.032" v="0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00D06B-0631-4637-8FB3-3879E2080F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0823F40-BC94-4A79-9DF8-FCA618E10240}">
      <dgm:prSet/>
      <dgm:spPr/>
      <dgm:t>
        <a:bodyPr/>
        <a:lstStyle/>
        <a:p>
          <a:r>
            <a:rPr lang="en-US" b="0" i="0"/>
            <a:t>Jusqu'ici : iTextSharp pour manipulations PDF (fusion, extraction, génération).</a:t>
          </a:r>
          <a:endParaRPr lang="en-US"/>
        </a:p>
      </dgm:t>
    </dgm:pt>
    <dgm:pt modelId="{B5BBEC74-AAB9-4217-9451-72B5089D0DCF}" type="parTrans" cxnId="{C1CF4F12-37FC-482D-B40A-8B2FEE146A9C}">
      <dgm:prSet/>
      <dgm:spPr/>
      <dgm:t>
        <a:bodyPr/>
        <a:lstStyle/>
        <a:p>
          <a:endParaRPr lang="en-US"/>
        </a:p>
      </dgm:t>
    </dgm:pt>
    <dgm:pt modelId="{93FF12A4-8DF6-43AF-9E55-F2103EFFE068}" type="sibTrans" cxnId="{C1CF4F12-37FC-482D-B40A-8B2FEE146A9C}">
      <dgm:prSet/>
      <dgm:spPr/>
      <dgm:t>
        <a:bodyPr/>
        <a:lstStyle/>
        <a:p>
          <a:endParaRPr lang="en-US"/>
        </a:p>
      </dgm:t>
    </dgm:pt>
    <dgm:pt modelId="{27D0CE4A-8E1E-42FA-9A47-3173C6F1388C}">
      <dgm:prSet/>
      <dgm:spPr/>
      <dgm:t>
        <a:bodyPr/>
        <a:lstStyle/>
        <a:p>
          <a:r>
            <a:rPr lang="en-US" b="0" i="0"/>
            <a:t>Limites : conformité PDF/A, maintenance, licence/compatibilité.</a:t>
          </a:r>
          <a:endParaRPr lang="en-US"/>
        </a:p>
      </dgm:t>
    </dgm:pt>
    <dgm:pt modelId="{7B32198D-8FB7-4058-A79F-0A5A5F119BEB}" type="parTrans" cxnId="{11A25984-4CFE-45E5-9471-B67C3F102B0E}">
      <dgm:prSet/>
      <dgm:spPr/>
      <dgm:t>
        <a:bodyPr/>
        <a:lstStyle/>
        <a:p>
          <a:endParaRPr lang="en-US"/>
        </a:p>
      </dgm:t>
    </dgm:pt>
    <dgm:pt modelId="{AB5C05B8-FA0E-4F7D-9157-E1FF49956E66}" type="sibTrans" cxnId="{11A25984-4CFE-45E5-9471-B67C3F102B0E}">
      <dgm:prSet/>
      <dgm:spPr/>
      <dgm:t>
        <a:bodyPr/>
        <a:lstStyle/>
        <a:p>
          <a:endParaRPr lang="en-US"/>
        </a:p>
      </dgm:t>
    </dgm:pt>
    <dgm:pt modelId="{AC9ABA96-C58A-4B34-94B5-4524190B11FF}">
      <dgm:prSet/>
      <dgm:spPr/>
      <dgm:t>
        <a:bodyPr/>
        <a:lstStyle/>
        <a:p>
          <a:r>
            <a:rPr lang="en-US" b="0" i="0"/>
            <a:t>Décision : adopter PdfTools SDK via la classe ApgisPdfTools.</a:t>
          </a:r>
          <a:endParaRPr lang="en-US"/>
        </a:p>
      </dgm:t>
    </dgm:pt>
    <dgm:pt modelId="{ADD38154-EEA3-4036-BA6C-888703C5E4A1}" type="parTrans" cxnId="{7A37A638-5FAF-4046-93FC-2162E1D9F154}">
      <dgm:prSet/>
      <dgm:spPr/>
      <dgm:t>
        <a:bodyPr/>
        <a:lstStyle/>
        <a:p>
          <a:endParaRPr lang="en-US"/>
        </a:p>
      </dgm:t>
    </dgm:pt>
    <dgm:pt modelId="{D00740DD-B790-46D3-BE44-81C32969FBAE}" type="sibTrans" cxnId="{7A37A638-5FAF-4046-93FC-2162E1D9F154}">
      <dgm:prSet/>
      <dgm:spPr/>
      <dgm:t>
        <a:bodyPr/>
        <a:lstStyle/>
        <a:p>
          <a:endParaRPr lang="en-US"/>
        </a:p>
      </dgm:t>
    </dgm:pt>
    <dgm:pt modelId="{A30B1474-0E94-4BC4-B63A-1E902E7D2C19}">
      <dgm:prSet/>
      <dgm:spPr/>
      <dgm:t>
        <a:bodyPr/>
        <a:lstStyle/>
        <a:p>
          <a:r>
            <a:rPr lang="en-US" b="0" i="0"/>
            <a:t>But métier : garantir pérennité des documents archivés et réduire incidents.</a:t>
          </a:r>
          <a:endParaRPr lang="en-US"/>
        </a:p>
      </dgm:t>
    </dgm:pt>
    <dgm:pt modelId="{4891F8BE-AC0E-45E3-ABC8-1E31AF3DC823}" type="parTrans" cxnId="{E38BAB3A-5813-480D-BB89-E1C06A61D376}">
      <dgm:prSet/>
      <dgm:spPr/>
      <dgm:t>
        <a:bodyPr/>
        <a:lstStyle/>
        <a:p>
          <a:endParaRPr lang="en-US"/>
        </a:p>
      </dgm:t>
    </dgm:pt>
    <dgm:pt modelId="{B79E562B-FF00-4B7C-83EF-DB8F1B902E4E}" type="sibTrans" cxnId="{E38BAB3A-5813-480D-BB89-E1C06A61D376}">
      <dgm:prSet/>
      <dgm:spPr/>
      <dgm:t>
        <a:bodyPr/>
        <a:lstStyle/>
        <a:p>
          <a:endParaRPr lang="en-US"/>
        </a:p>
      </dgm:t>
    </dgm:pt>
    <dgm:pt modelId="{CD4B1006-8ECE-459A-A06C-A403EA94F0D0}" type="pres">
      <dgm:prSet presAssocID="{0500D06B-0631-4637-8FB3-3879E2080F28}" presName="root" presStyleCnt="0">
        <dgm:presLayoutVars>
          <dgm:dir/>
          <dgm:resizeHandles val="exact"/>
        </dgm:presLayoutVars>
      </dgm:prSet>
      <dgm:spPr/>
    </dgm:pt>
    <dgm:pt modelId="{78086B51-C4F4-47DA-B2BA-FDDC82487249}" type="pres">
      <dgm:prSet presAssocID="{10823F40-BC94-4A79-9DF8-FCA618E10240}" presName="compNode" presStyleCnt="0"/>
      <dgm:spPr/>
    </dgm:pt>
    <dgm:pt modelId="{14CD2990-5770-428F-ABA8-73EF7876C553}" type="pres">
      <dgm:prSet presAssocID="{10823F40-BC94-4A79-9DF8-FCA618E10240}" presName="bgRect" presStyleLbl="bgShp" presStyleIdx="0" presStyleCnt="4"/>
      <dgm:spPr/>
    </dgm:pt>
    <dgm:pt modelId="{5E7939A5-05C8-4F15-8FE8-2A08CDAFB779}" type="pres">
      <dgm:prSet presAssocID="{10823F40-BC94-4A79-9DF8-FCA618E102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DC59EF6-4DE9-4D73-8421-23C0328C9E11}" type="pres">
      <dgm:prSet presAssocID="{10823F40-BC94-4A79-9DF8-FCA618E10240}" presName="spaceRect" presStyleCnt="0"/>
      <dgm:spPr/>
    </dgm:pt>
    <dgm:pt modelId="{A19381FF-2E5A-4D4E-ABEA-055D26A21964}" type="pres">
      <dgm:prSet presAssocID="{10823F40-BC94-4A79-9DF8-FCA618E10240}" presName="parTx" presStyleLbl="revTx" presStyleIdx="0" presStyleCnt="4">
        <dgm:presLayoutVars>
          <dgm:chMax val="0"/>
          <dgm:chPref val="0"/>
        </dgm:presLayoutVars>
      </dgm:prSet>
      <dgm:spPr/>
    </dgm:pt>
    <dgm:pt modelId="{0C07A3E0-B0B1-4692-9C15-EDDC38FD8EDD}" type="pres">
      <dgm:prSet presAssocID="{93FF12A4-8DF6-43AF-9E55-F2103EFFE068}" presName="sibTrans" presStyleCnt="0"/>
      <dgm:spPr/>
    </dgm:pt>
    <dgm:pt modelId="{74EB5DB2-905F-49FC-B71E-5A7239C8590E}" type="pres">
      <dgm:prSet presAssocID="{27D0CE4A-8E1E-42FA-9A47-3173C6F1388C}" presName="compNode" presStyleCnt="0"/>
      <dgm:spPr/>
    </dgm:pt>
    <dgm:pt modelId="{305DF6B6-A908-4C6B-B794-C84D2EE9C7FC}" type="pres">
      <dgm:prSet presAssocID="{27D0CE4A-8E1E-42FA-9A47-3173C6F1388C}" presName="bgRect" presStyleLbl="bgShp" presStyleIdx="1" presStyleCnt="4"/>
      <dgm:spPr/>
    </dgm:pt>
    <dgm:pt modelId="{70E0454B-1939-42D0-A624-F2CBB99CB381}" type="pres">
      <dgm:prSet presAssocID="{27D0CE4A-8E1E-42FA-9A47-3173C6F138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A20682C4-32F3-4A90-8912-16964AF70907}" type="pres">
      <dgm:prSet presAssocID="{27D0CE4A-8E1E-42FA-9A47-3173C6F1388C}" presName="spaceRect" presStyleCnt="0"/>
      <dgm:spPr/>
    </dgm:pt>
    <dgm:pt modelId="{C8BB0B5F-2A5C-4F88-AEE0-847BE59D24BF}" type="pres">
      <dgm:prSet presAssocID="{27D0CE4A-8E1E-42FA-9A47-3173C6F1388C}" presName="parTx" presStyleLbl="revTx" presStyleIdx="1" presStyleCnt="4">
        <dgm:presLayoutVars>
          <dgm:chMax val="0"/>
          <dgm:chPref val="0"/>
        </dgm:presLayoutVars>
      </dgm:prSet>
      <dgm:spPr/>
    </dgm:pt>
    <dgm:pt modelId="{C3E6AD7A-A495-475F-ABB7-6993A83D0273}" type="pres">
      <dgm:prSet presAssocID="{AB5C05B8-FA0E-4F7D-9157-E1FF49956E66}" presName="sibTrans" presStyleCnt="0"/>
      <dgm:spPr/>
    </dgm:pt>
    <dgm:pt modelId="{4015094C-C8AC-43B5-B28B-18C493863B4F}" type="pres">
      <dgm:prSet presAssocID="{AC9ABA96-C58A-4B34-94B5-4524190B11FF}" presName="compNode" presStyleCnt="0"/>
      <dgm:spPr/>
    </dgm:pt>
    <dgm:pt modelId="{5CBC54C9-0380-4AAF-89A2-06F99BAF22D8}" type="pres">
      <dgm:prSet presAssocID="{AC9ABA96-C58A-4B34-94B5-4524190B11FF}" presName="bgRect" presStyleLbl="bgShp" presStyleIdx="2" presStyleCnt="4"/>
      <dgm:spPr/>
    </dgm:pt>
    <dgm:pt modelId="{2BA74079-7688-4348-8D69-C6B2241D1D62}" type="pres">
      <dgm:prSet presAssocID="{AC9ABA96-C58A-4B34-94B5-4524190B11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176E1322-A293-46D7-9C3F-67AADF867A8D}" type="pres">
      <dgm:prSet presAssocID="{AC9ABA96-C58A-4B34-94B5-4524190B11FF}" presName="spaceRect" presStyleCnt="0"/>
      <dgm:spPr/>
    </dgm:pt>
    <dgm:pt modelId="{75A397B4-7B00-423A-AE18-9B9461552D95}" type="pres">
      <dgm:prSet presAssocID="{AC9ABA96-C58A-4B34-94B5-4524190B11FF}" presName="parTx" presStyleLbl="revTx" presStyleIdx="2" presStyleCnt="4">
        <dgm:presLayoutVars>
          <dgm:chMax val="0"/>
          <dgm:chPref val="0"/>
        </dgm:presLayoutVars>
      </dgm:prSet>
      <dgm:spPr/>
    </dgm:pt>
    <dgm:pt modelId="{03587894-07D9-4491-8863-279128F1D74B}" type="pres">
      <dgm:prSet presAssocID="{D00740DD-B790-46D3-BE44-81C32969FBAE}" presName="sibTrans" presStyleCnt="0"/>
      <dgm:spPr/>
    </dgm:pt>
    <dgm:pt modelId="{F09D50E0-1EF9-4922-96DC-5D440DDAB8A6}" type="pres">
      <dgm:prSet presAssocID="{A30B1474-0E94-4BC4-B63A-1E902E7D2C19}" presName="compNode" presStyleCnt="0"/>
      <dgm:spPr/>
    </dgm:pt>
    <dgm:pt modelId="{408E88CD-A0B8-4EAF-9C16-5DDEDACAA1ED}" type="pres">
      <dgm:prSet presAssocID="{A30B1474-0E94-4BC4-B63A-1E902E7D2C19}" presName="bgRect" presStyleLbl="bgShp" presStyleIdx="3" presStyleCnt="4"/>
      <dgm:spPr/>
    </dgm:pt>
    <dgm:pt modelId="{577FDBFE-AA1F-4006-8C32-81C12C737BA5}" type="pres">
      <dgm:prSet presAssocID="{A30B1474-0E94-4BC4-B63A-1E902E7D2C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93B2D0A7-FD35-4B92-A287-52FB9FDB0721}" type="pres">
      <dgm:prSet presAssocID="{A30B1474-0E94-4BC4-B63A-1E902E7D2C19}" presName="spaceRect" presStyleCnt="0"/>
      <dgm:spPr/>
    </dgm:pt>
    <dgm:pt modelId="{22977145-0A2D-43E1-93FF-69B66771AC05}" type="pres">
      <dgm:prSet presAssocID="{A30B1474-0E94-4BC4-B63A-1E902E7D2C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1CF4F12-37FC-482D-B40A-8B2FEE146A9C}" srcId="{0500D06B-0631-4637-8FB3-3879E2080F28}" destId="{10823F40-BC94-4A79-9DF8-FCA618E10240}" srcOrd="0" destOrd="0" parTransId="{B5BBEC74-AAB9-4217-9451-72B5089D0DCF}" sibTransId="{93FF12A4-8DF6-43AF-9E55-F2103EFFE068}"/>
    <dgm:cxn modelId="{3AC0E42B-2470-4543-B76C-F2DF3D8814FB}" type="presOf" srcId="{0500D06B-0631-4637-8FB3-3879E2080F28}" destId="{CD4B1006-8ECE-459A-A06C-A403EA94F0D0}" srcOrd="0" destOrd="0" presId="urn:microsoft.com/office/officeart/2018/2/layout/IconVerticalSolidList"/>
    <dgm:cxn modelId="{7A37A638-5FAF-4046-93FC-2162E1D9F154}" srcId="{0500D06B-0631-4637-8FB3-3879E2080F28}" destId="{AC9ABA96-C58A-4B34-94B5-4524190B11FF}" srcOrd="2" destOrd="0" parTransId="{ADD38154-EEA3-4036-BA6C-888703C5E4A1}" sibTransId="{D00740DD-B790-46D3-BE44-81C32969FBAE}"/>
    <dgm:cxn modelId="{E38BAB3A-5813-480D-BB89-E1C06A61D376}" srcId="{0500D06B-0631-4637-8FB3-3879E2080F28}" destId="{A30B1474-0E94-4BC4-B63A-1E902E7D2C19}" srcOrd="3" destOrd="0" parTransId="{4891F8BE-AC0E-45E3-ABC8-1E31AF3DC823}" sibTransId="{B79E562B-FF00-4B7C-83EF-DB8F1B902E4E}"/>
    <dgm:cxn modelId="{784D5370-055E-475A-86D7-B5AC040F772F}" type="presOf" srcId="{A30B1474-0E94-4BC4-B63A-1E902E7D2C19}" destId="{22977145-0A2D-43E1-93FF-69B66771AC05}" srcOrd="0" destOrd="0" presId="urn:microsoft.com/office/officeart/2018/2/layout/IconVerticalSolidList"/>
    <dgm:cxn modelId="{11A25984-4CFE-45E5-9471-B67C3F102B0E}" srcId="{0500D06B-0631-4637-8FB3-3879E2080F28}" destId="{27D0CE4A-8E1E-42FA-9A47-3173C6F1388C}" srcOrd="1" destOrd="0" parTransId="{7B32198D-8FB7-4058-A79F-0A5A5F119BEB}" sibTransId="{AB5C05B8-FA0E-4F7D-9157-E1FF49956E66}"/>
    <dgm:cxn modelId="{478EA69C-0264-4AB1-B3AE-D4FAD18088C2}" type="presOf" srcId="{10823F40-BC94-4A79-9DF8-FCA618E10240}" destId="{A19381FF-2E5A-4D4E-ABEA-055D26A21964}" srcOrd="0" destOrd="0" presId="urn:microsoft.com/office/officeart/2018/2/layout/IconVerticalSolidList"/>
    <dgm:cxn modelId="{AC3358DE-1112-475B-99A4-717618BD598C}" type="presOf" srcId="{27D0CE4A-8E1E-42FA-9A47-3173C6F1388C}" destId="{C8BB0B5F-2A5C-4F88-AEE0-847BE59D24BF}" srcOrd="0" destOrd="0" presId="urn:microsoft.com/office/officeart/2018/2/layout/IconVerticalSolidList"/>
    <dgm:cxn modelId="{0BD0ABDF-4DB5-4FCD-BF34-6151AE0E1A2E}" type="presOf" srcId="{AC9ABA96-C58A-4B34-94B5-4524190B11FF}" destId="{75A397B4-7B00-423A-AE18-9B9461552D95}" srcOrd="0" destOrd="0" presId="urn:microsoft.com/office/officeart/2018/2/layout/IconVerticalSolidList"/>
    <dgm:cxn modelId="{4761700B-310E-4C86-A8DF-DFBEA85ADC4E}" type="presParOf" srcId="{CD4B1006-8ECE-459A-A06C-A403EA94F0D0}" destId="{78086B51-C4F4-47DA-B2BA-FDDC82487249}" srcOrd="0" destOrd="0" presId="urn:microsoft.com/office/officeart/2018/2/layout/IconVerticalSolidList"/>
    <dgm:cxn modelId="{D36C0228-03C9-482F-8C5B-29DABBDD95E7}" type="presParOf" srcId="{78086B51-C4F4-47DA-B2BA-FDDC82487249}" destId="{14CD2990-5770-428F-ABA8-73EF7876C553}" srcOrd="0" destOrd="0" presId="urn:microsoft.com/office/officeart/2018/2/layout/IconVerticalSolidList"/>
    <dgm:cxn modelId="{FF157A47-2099-487A-AF91-E2E13D7E1506}" type="presParOf" srcId="{78086B51-C4F4-47DA-B2BA-FDDC82487249}" destId="{5E7939A5-05C8-4F15-8FE8-2A08CDAFB779}" srcOrd="1" destOrd="0" presId="urn:microsoft.com/office/officeart/2018/2/layout/IconVerticalSolidList"/>
    <dgm:cxn modelId="{5A2801EA-7507-48BD-B07A-11F187177FF6}" type="presParOf" srcId="{78086B51-C4F4-47DA-B2BA-FDDC82487249}" destId="{8DC59EF6-4DE9-4D73-8421-23C0328C9E11}" srcOrd="2" destOrd="0" presId="urn:microsoft.com/office/officeart/2018/2/layout/IconVerticalSolidList"/>
    <dgm:cxn modelId="{F22C813F-E7B1-4F25-9F00-8F0F7DA64D42}" type="presParOf" srcId="{78086B51-C4F4-47DA-B2BA-FDDC82487249}" destId="{A19381FF-2E5A-4D4E-ABEA-055D26A21964}" srcOrd="3" destOrd="0" presId="urn:microsoft.com/office/officeart/2018/2/layout/IconVerticalSolidList"/>
    <dgm:cxn modelId="{44AC0764-3584-41F8-9C93-6A5BA5C9B8A2}" type="presParOf" srcId="{CD4B1006-8ECE-459A-A06C-A403EA94F0D0}" destId="{0C07A3E0-B0B1-4692-9C15-EDDC38FD8EDD}" srcOrd="1" destOrd="0" presId="urn:microsoft.com/office/officeart/2018/2/layout/IconVerticalSolidList"/>
    <dgm:cxn modelId="{44553DBD-E90E-4C4A-8FF6-3C30C229BE63}" type="presParOf" srcId="{CD4B1006-8ECE-459A-A06C-A403EA94F0D0}" destId="{74EB5DB2-905F-49FC-B71E-5A7239C8590E}" srcOrd="2" destOrd="0" presId="urn:microsoft.com/office/officeart/2018/2/layout/IconVerticalSolidList"/>
    <dgm:cxn modelId="{BCBB933D-1A1F-4B44-AAA6-E65CA1E280C5}" type="presParOf" srcId="{74EB5DB2-905F-49FC-B71E-5A7239C8590E}" destId="{305DF6B6-A908-4C6B-B794-C84D2EE9C7FC}" srcOrd="0" destOrd="0" presId="urn:microsoft.com/office/officeart/2018/2/layout/IconVerticalSolidList"/>
    <dgm:cxn modelId="{EE3D8431-8D26-4D54-BBA8-D0253D75EF87}" type="presParOf" srcId="{74EB5DB2-905F-49FC-B71E-5A7239C8590E}" destId="{70E0454B-1939-42D0-A624-F2CBB99CB381}" srcOrd="1" destOrd="0" presId="urn:microsoft.com/office/officeart/2018/2/layout/IconVerticalSolidList"/>
    <dgm:cxn modelId="{4A6E3C1D-09EC-41C8-BD0E-E13BEE406F85}" type="presParOf" srcId="{74EB5DB2-905F-49FC-B71E-5A7239C8590E}" destId="{A20682C4-32F3-4A90-8912-16964AF70907}" srcOrd="2" destOrd="0" presId="urn:microsoft.com/office/officeart/2018/2/layout/IconVerticalSolidList"/>
    <dgm:cxn modelId="{EDB9CEBF-CF16-4277-B27C-AF263E188EA6}" type="presParOf" srcId="{74EB5DB2-905F-49FC-B71E-5A7239C8590E}" destId="{C8BB0B5F-2A5C-4F88-AEE0-847BE59D24BF}" srcOrd="3" destOrd="0" presId="urn:microsoft.com/office/officeart/2018/2/layout/IconVerticalSolidList"/>
    <dgm:cxn modelId="{441DC3F2-2CFC-4D7F-8496-BA84848C27C6}" type="presParOf" srcId="{CD4B1006-8ECE-459A-A06C-A403EA94F0D0}" destId="{C3E6AD7A-A495-475F-ABB7-6993A83D0273}" srcOrd="3" destOrd="0" presId="urn:microsoft.com/office/officeart/2018/2/layout/IconVerticalSolidList"/>
    <dgm:cxn modelId="{978379DC-3324-4618-AFC2-8228D03C2353}" type="presParOf" srcId="{CD4B1006-8ECE-459A-A06C-A403EA94F0D0}" destId="{4015094C-C8AC-43B5-B28B-18C493863B4F}" srcOrd="4" destOrd="0" presId="urn:microsoft.com/office/officeart/2018/2/layout/IconVerticalSolidList"/>
    <dgm:cxn modelId="{5886E1B6-F0A2-47DC-9E65-98916A69C631}" type="presParOf" srcId="{4015094C-C8AC-43B5-B28B-18C493863B4F}" destId="{5CBC54C9-0380-4AAF-89A2-06F99BAF22D8}" srcOrd="0" destOrd="0" presId="urn:microsoft.com/office/officeart/2018/2/layout/IconVerticalSolidList"/>
    <dgm:cxn modelId="{39EC248F-03FC-4863-8BD9-976967FF449F}" type="presParOf" srcId="{4015094C-C8AC-43B5-B28B-18C493863B4F}" destId="{2BA74079-7688-4348-8D69-C6B2241D1D62}" srcOrd="1" destOrd="0" presId="urn:microsoft.com/office/officeart/2018/2/layout/IconVerticalSolidList"/>
    <dgm:cxn modelId="{7CEB4112-F166-4550-9898-DEF90FB09AE8}" type="presParOf" srcId="{4015094C-C8AC-43B5-B28B-18C493863B4F}" destId="{176E1322-A293-46D7-9C3F-67AADF867A8D}" srcOrd="2" destOrd="0" presId="urn:microsoft.com/office/officeart/2018/2/layout/IconVerticalSolidList"/>
    <dgm:cxn modelId="{9A0325A4-6240-4D3F-B2D0-528F6AB17109}" type="presParOf" srcId="{4015094C-C8AC-43B5-B28B-18C493863B4F}" destId="{75A397B4-7B00-423A-AE18-9B9461552D95}" srcOrd="3" destOrd="0" presId="urn:microsoft.com/office/officeart/2018/2/layout/IconVerticalSolidList"/>
    <dgm:cxn modelId="{CE858B7A-65D7-46D1-B839-DDC91D18C92B}" type="presParOf" srcId="{CD4B1006-8ECE-459A-A06C-A403EA94F0D0}" destId="{03587894-07D9-4491-8863-279128F1D74B}" srcOrd="5" destOrd="0" presId="urn:microsoft.com/office/officeart/2018/2/layout/IconVerticalSolidList"/>
    <dgm:cxn modelId="{1F7D039B-A3AF-4A12-8A5B-4C4E3F4DA21D}" type="presParOf" srcId="{CD4B1006-8ECE-459A-A06C-A403EA94F0D0}" destId="{F09D50E0-1EF9-4922-96DC-5D440DDAB8A6}" srcOrd="6" destOrd="0" presId="urn:microsoft.com/office/officeart/2018/2/layout/IconVerticalSolidList"/>
    <dgm:cxn modelId="{CC0C1A88-F36B-4AE7-8AAF-77B019679015}" type="presParOf" srcId="{F09D50E0-1EF9-4922-96DC-5D440DDAB8A6}" destId="{408E88CD-A0B8-4EAF-9C16-5DDEDACAA1ED}" srcOrd="0" destOrd="0" presId="urn:microsoft.com/office/officeart/2018/2/layout/IconVerticalSolidList"/>
    <dgm:cxn modelId="{1DDFFF6A-E860-4E0B-8539-2787EF77E205}" type="presParOf" srcId="{F09D50E0-1EF9-4922-96DC-5D440DDAB8A6}" destId="{577FDBFE-AA1F-4006-8C32-81C12C737BA5}" srcOrd="1" destOrd="0" presId="urn:microsoft.com/office/officeart/2018/2/layout/IconVerticalSolidList"/>
    <dgm:cxn modelId="{06E4E470-FC0D-48DC-8112-F643F36ED7AB}" type="presParOf" srcId="{F09D50E0-1EF9-4922-96DC-5D440DDAB8A6}" destId="{93B2D0A7-FD35-4B92-A287-52FB9FDB0721}" srcOrd="2" destOrd="0" presId="urn:microsoft.com/office/officeart/2018/2/layout/IconVerticalSolidList"/>
    <dgm:cxn modelId="{7CA97C09-E84E-4BC5-A9EA-7F10BFD7EFAE}" type="presParOf" srcId="{F09D50E0-1EF9-4922-96DC-5D440DDAB8A6}" destId="{22977145-0A2D-43E1-93FF-69B66771AC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9F5583-124B-4FD9-BF15-AECC7CBF87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719D2E-F643-4225-8A40-7344053F8B9F}">
      <dgm:prSet/>
      <dgm:spPr/>
      <dgm:t>
        <a:bodyPr/>
        <a:lstStyle/>
        <a:p>
          <a:r>
            <a:rPr lang="en-US" b="0" i="0"/>
            <a:t>Conversion et validation PDF/A intégrées → conformité d'archivage.</a:t>
          </a:r>
          <a:endParaRPr lang="en-US"/>
        </a:p>
      </dgm:t>
    </dgm:pt>
    <dgm:pt modelId="{92221A45-BB15-48A7-BC74-E8B499C43F8F}" type="parTrans" cxnId="{78A1F96D-B5D0-4FBC-98CC-3CA045C8C9B8}">
      <dgm:prSet/>
      <dgm:spPr/>
      <dgm:t>
        <a:bodyPr/>
        <a:lstStyle/>
        <a:p>
          <a:endParaRPr lang="en-US"/>
        </a:p>
      </dgm:t>
    </dgm:pt>
    <dgm:pt modelId="{36DA83C1-67F5-460A-908C-97980AA5EDBA}" type="sibTrans" cxnId="{78A1F96D-B5D0-4FBC-98CC-3CA045C8C9B8}">
      <dgm:prSet/>
      <dgm:spPr/>
      <dgm:t>
        <a:bodyPr/>
        <a:lstStyle/>
        <a:p>
          <a:endParaRPr lang="en-US"/>
        </a:p>
      </dgm:t>
    </dgm:pt>
    <dgm:pt modelId="{CBC614E3-EF21-45EC-90B3-43526AFC1AAB}">
      <dgm:prSet/>
      <dgm:spPr/>
      <dgm:t>
        <a:bodyPr/>
        <a:lstStyle/>
        <a:p>
          <a:r>
            <a:rPr lang="en-US" b="0" i="0"/>
            <a:t>Fiabilité : moins de documents rejetés lors d'export/archivage.</a:t>
          </a:r>
          <a:endParaRPr lang="en-US"/>
        </a:p>
      </dgm:t>
    </dgm:pt>
    <dgm:pt modelId="{3C92CE04-BAA2-4D4F-BE33-9BB64F7C01BD}" type="parTrans" cxnId="{B49E7F71-F5F8-40B4-881B-2B52FC909F29}">
      <dgm:prSet/>
      <dgm:spPr/>
      <dgm:t>
        <a:bodyPr/>
        <a:lstStyle/>
        <a:p>
          <a:endParaRPr lang="en-US"/>
        </a:p>
      </dgm:t>
    </dgm:pt>
    <dgm:pt modelId="{2DA54A31-0447-4097-91D8-7CDAD84C9C0A}" type="sibTrans" cxnId="{B49E7F71-F5F8-40B4-881B-2B52FC909F29}">
      <dgm:prSet/>
      <dgm:spPr/>
      <dgm:t>
        <a:bodyPr/>
        <a:lstStyle/>
        <a:p>
          <a:endParaRPr lang="en-US"/>
        </a:p>
      </dgm:t>
    </dgm:pt>
    <dgm:pt modelId="{B96A9AE5-5AA6-4133-A45C-5E1090235A36}">
      <dgm:prSet/>
      <dgm:spPr/>
      <dgm:t>
        <a:bodyPr/>
        <a:lstStyle/>
        <a:p>
          <a:r>
            <a:rPr lang="en-US" b="0" i="0"/>
            <a:t>Traçabilité : meilleurs rapports d'événements (warnings / erreurs).</a:t>
          </a:r>
          <a:endParaRPr lang="en-US"/>
        </a:p>
      </dgm:t>
    </dgm:pt>
    <dgm:pt modelId="{F461F40C-6A2D-4831-81CD-F61F8A219549}" type="parTrans" cxnId="{B03A66AC-6696-48A7-A418-7D9D0B75DA30}">
      <dgm:prSet/>
      <dgm:spPr/>
      <dgm:t>
        <a:bodyPr/>
        <a:lstStyle/>
        <a:p>
          <a:endParaRPr lang="en-US"/>
        </a:p>
      </dgm:t>
    </dgm:pt>
    <dgm:pt modelId="{B56A7E5A-5DDD-4EEE-BF1C-749A019144F5}" type="sibTrans" cxnId="{B03A66AC-6696-48A7-A418-7D9D0B75DA30}">
      <dgm:prSet/>
      <dgm:spPr/>
      <dgm:t>
        <a:bodyPr/>
        <a:lstStyle/>
        <a:p>
          <a:endParaRPr lang="en-US"/>
        </a:p>
      </dgm:t>
    </dgm:pt>
    <dgm:pt modelId="{FB6BFF77-5B11-489B-9F5E-435752C36F45}">
      <dgm:prSet/>
      <dgm:spPr/>
      <dgm:t>
        <a:bodyPr/>
        <a:lstStyle/>
        <a:p>
          <a:r>
            <a:rPr lang="en-US" b="0" i="0"/>
            <a:t>Moins de maintenance opérationnelle (SDK supporté).</a:t>
          </a:r>
          <a:endParaRPr lang="en-US"/>
        </a:p>
      </dgm:t>
    </dgm:pt>
    <dgm:pt modelId="{42315FAB-D724-4040-9BDC-E44A83C08D57}" type="parTrans" cxnId="{6EEE5C53-46A6-4A6C-8863-902331E69DA9}">
      <dgm:prSet/>
      <dgm:spPr/>
      <dgm:t>
        <a:bodyPr/>
        <a:lstStyle/>
        <a:p>
          <a:endParaRPr lang="en-US"/>
        </a:p>
      </dgm:t>
    </dgm:pt>
    <dgm:pt modelId="{1BCE4C4A-DD43-4A69-97F9-00E852D3FF01}" type="sibTrans" cxnId="{6EEE5C53-46A6-4A6C-8863-902331E69DA9}">
      <dgm:prSet/>
      <dgm:spPr/>
      <dgm:t>
        <a:bodyPr/>
        <a:lstStyle/>
        <a:p>
          <a:endParaRPr lang="en-US"/>
        </a:p>
      </dgm:t>
    </dgm:pt>
    <dgm:pt modelId="{F63B2E4E-42DF-4762-ABBF-D8E60E8A7A7B}">
      <dgm:prSet/>
      <dgm:spPr/>
      <dgm:t>
        <a:bodyPr/>
        <a:lstStyle/>
        <a:p>
          <a:r>
            <a:rPr lang="en-US" b="0" i="0"/>
            <a:t>Support natif image→PDF/A pour normaliser les scans/photos.</a:t>
          </a:r>
          <a:endParaRPr lang="en-US"/>
        </a:p>
      </dgm:t>
    </dgm:pt>
    <dgm:pt modelId="{DAC1945D-E032-4969-9824-94CCC9F340F6}" type="parTrans" cxnId="{44640BB5-1012-454C-AED3-69874176442D}">
      <dgm:prSet/>
      <dgm:spPr/>
      <dgm:t>
        <a:bodyPr/>
        <a:lstStyle/>
        <a:p>
          <a:endParaRPr lang="en-US"/>
        </a:p>
      </dgm:t>
    </dgm:pt>
    <dgm:pt modelId="{B10EB3BF-F76E-4DC8-BDA0-FDBE53CAD2FA}" type="sibTrans" cxnId="{44640BB5-1012-454C-AED3-69874176442D}">
      <dgm:prSet/>
      <dgm:spPr/>
      <dgm:t>
        <a:bodyPr/>
        <a:lstStyle/>
        <a:p>
          <a:endParaRPr lang="en-US"/>
        </a:p>
      </dgm:t>
    </dgm:pt>
    <dgm:pt modelId="{47854541-8628-46B7-A211-09B23C941142}" type="pres">
      <dgm:prSet presAssocID="{8C9F5583-124B-4FD9-BF15-AECC7CBF872A}" presName="root" presStyleCnt="0">
        <dgm:presLayoutVars>
          <dgm:dir/>
          <dgm:resizeHandles val="exact"/>
        </dgm:presLayoutVars>
      </dgm:prSet>
      <dgm:spPr/>
    </dgm:pt>
    <dgm:pt modelId="{E0F2BFC7-0A5D-4C2D-ABAF-3886DF954371}" type="pres">
      <dgm:prSet presAssocID="{42719D2E-F643-4225-8A40-7344053F8B9F}" presName="compNode" presStyleCnt="0"/>
      <dgm:spPr/>
    </dgm:pt>
    <dgm:pt modelId="{51F68131-DE1C-4857-A6D3-1BEB0034BFBC}" type="pres">
      <dgm:prSet presAssocID="{42719D2E-F643-4225-8A40-7344053F8B9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AAF255C-CAC2-45FD-9417-386BC2F6C6D8}" type="pres">
      <dgm:prSet presAssocID="{42719D2E-F643-4225-8A40-7344053F8B9F}" presName="spaceRect" presStyleCnt="0"/>
      <dgm:spPr/>
    </dgm:pt>
    <dgm:pt modelId="{16A3F676-D9CB-4264-9092-AD052DBA7B71}" type="pres">
      <dgm:prSet presAssocID="{42719D2E-F643-4225-8A40-7344053F8B9F}" presName="textRect" presStyleLbl="revTx" presStyleIdx="0" presStyleCnt="5">
        <dgm:presLayoutVars>
          <dgm:chMax val="1"/>
          <dgm:chPref val="1"/>
        </dgm:presLayoutVars>
      </dgm:prSet>
      <dgm:spPr/>
    </dgm:pt>
    <dgm:pt modelId="{0566678D-7AB1-4FDC-97D7-CE7E1D35E509}" type="pres">
      <dgm:prSet presAssocID="{36DA83C1-67F5-460A-908C-97980AA5EDBA}" presName="sibTrans" presStyleCnt="0"/>
      <dgm:spPr/>
    </dgm:pt>
    <dgm:pt modelId="{5A3947D7-F81F-4793-928E-57DB4216A87F}" type="pres">
      <dgm:prSet presAssocID="{CBC614E3-EF21-45EC-90B3-43526AFC1AAB}" presName="compNode" presStyleCnt="0"/>
      <dgm:spPr/>
    </dgm:pt>
    <dgm:pt modelId="{48566380-4DB9-4EF9-894B-3CA94274C595}" type="pres">
      <dgm:prSet presAssocID="{CBC614E3-EF21-45EC-90B3-43526AFC1AA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que"/>
        </a:ext>
      </dgm:extLst>
    </dgm:pt>
    <dgm:pt modelId="{EC9F70DC-E6D4-464D-B7E0-E0CF7562F21A}" type="pres">
      <dgm:prSet presAssocID="{CBC614E3-EF21-45EC-90B3-43526AFC1AAB}" presName="spaceRect" presStyleCnt="0"/>
      <dgm:spPr/>
    </dgm:pt>
    <dgm:pt modelId="{DDED7288-E085-4900-9DC9-EE297AE5C530}" type="pres">
      <dgm:prSet presAssocID="{CBC614E3-EF21-45EC-90B3-43526AFC1AAB}" presName="textRect" presStyleLbl="revTx" presStyleIdx="1" presStyleCnt="5">
        <dgm:presLayoutVars>
          <dgm:chMax val="1"/>
          <dgm:chPref val="1"/>
        </dgm:presLayoutVars>
      </dgm:prSet>
      <dgm:spPr/>
    </dgm:pt>
    <dgm:pt modelId="{02AC9AD2-3FAC-4366-8B0A-9F4B31BB7A61}" type="pres">
      <dgm:prSet presAssocID="{2DA54A31-0447-4097-91D8-7CDAD84C9C0A}" presName="sibTrans" presStyleCnt="0"/>
      <dgm:spPr/>
    </dgm:pt>
    <dgm:pt modelId="{F8A48E39-0E64-48F1-BD1F-4F40B91809C4}" type="pres">
      <dgm:prSet presAssocID="{B96A9AE5-5AA6-4133-A45C-5E1090235A36}" presName="compNode" presStyleCnt="0"/>
      <dgm:spPr/>
    </dgm:pt>
    <dgm:pt modelId="{180A3C36-4D23-46E2-9863-C9C3FB9C4ADB}" type="pres">
      <dgm:prSet presAssocID="{B96A9AE5-5AA6-4133-A45C-5E1090235A3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ison"/>
        </a:ext>
      </dgm:extLst>
    </dgm:pt>
    <dgm:pt modelId="{84A4AD1C-4656-44B8-9C08-CA1CEE44B901}" type="pres">
      <dgm:prSet presAssocID="{B96A9AE5-5AA6-4133-A45C-5E1090235A36}" presName="spaceRect" presStyleCnt="0"/>
      <dgm:spPr/>
    </dgm:pt>
    <dgm:pt modelId="{762B11F4-B7B0-4028-972E-AD9D84738587}" type="pres">
      <dgm:prSet presAssocID="{B96A9AE5-5AA6-4133-A45C-5E1090235A36}" presName="textRect" presStyleLbl="revTx" presStyleIdx="2" presStyleCnt="5">
        <dgm:presLayoutVars>
          <dgm:chMax val="1"/>
          <dgm:chPref val="1"/>
        </dgm:presLayoutVars>
      </dgm:prSet>
      <dgm:spPr/>
    </dgm:pt>
    <dgm:pt modelId="{9D50A66C-E7EB-41C6-85AA-6AEC2896314A}" type="pres">
      <dgm:prSet presAssocID="{B56A7E5A-5DDD-4EEE-BF1C-749A019144F5}" presName="sibTrans" presStyleCnt="0"/>
      <dgm:spPr/>
    </dgm:pt>
    <dgm:pt modelId="{2A27604D-1A5C-4718-B57C-1C415E5E36AC}" type="pres">
      <dgm:prSet presAssocID="{FB6BFF77-5B11-489B-9F5E-435752C36F45}" presName="compNode" presStyleCnt="0"/>
      <dgm:spPr/>
    </dgm:pt>
    <dgm:pt modelId="{A5A96CAB-2B22-4C2A-B2DE-123962EE0F87}" type="pres">
      <dgm:prSet presAssocID="{FB6BFF77-5B11-489B-9F5E-435752C36F4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che"/>
        </a:ext>
      </dgm:extLst>
    </dgm:pt>
    <dgm:pt modelId="{7F747F73-305D-4FEF-96E3-C945B8A4A9A2}" type="pres">
      <dgm:prSet presAssocID="{FB6BFF77-5B11-489B-9F5E-435752C36F45}" presName="spaceRect" presStyleCnt="0"/>
      <dgm:spPr/>
    </dgm:pt>
    <dgm:pt modelId="{D1026408-EE54-4225-BFB4-253F84F7DEB2}" type="pres">
      <dgm:prSet presAssocID="{FB6BFF77-5B11-489B-9F5E-435752C36F45}" presName="textRect" presStyleLbl="revTx" presStyleIdx="3" presStyleCnt="5">
        <dgm:presLayoutVars>
          <dgm:chMax val="1"/>
          <dgm:chPref val="1"/>
        </dgm:presLayoutVars>
      </dgm:prSet>
      <dgm:spPr/>
    </dgm:pt>
    <dgm:pt modelId="{B28F37A7-1AD3-483C-B0E2-8698C041F53D}" type="pres">
      <dgm:prSet presAssocID="{1BCE4C4A-DD43-4A69-97F9-00E852D3FF01}" presName="sibTrans" presStyleCnt="0"/>
      <dgm:spPr/>
    </dgm:pt>
    <dgm:pt modelId="{6A7E2819-A38C-4483-BD45-FCED54F433D6}" type="pres">
      <dgm:prSet presAssocID="{F63B2E4E-42DF-4762-ABBF-D8E60E8A7A7B}" presName="compNode" presStyleCnt="0"/>
      <dgm:spPr/>
    </dgm:pt>
    <dgm:pt modelId="{5A988D3A-2A86-4168-9AA0-FD8020ED4D14}" type="pres">
      <dgm:prSet presAssocID="{F63B2E4E-42DF-4762-ABBF-D8E60E8A7A7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A5FC574C-52E5-4517-8701-EF751B3ECEB8}" type="pres">
      <dgm:prSet presAssocID="{F63B2E4E-42DF-4762-ABBF-D8E60E8A7A7B}" presName="spaceRect" presStyleCnt="0"/>
      <dgm:spPr/>
    </dgm:pt>
    <dgm:pt modelId="{66E92D9B-94FE-43BD-9014-54F60884D1A5}" type="pres">
      <dgm:prSet presAssocID="{F63B2E4E-42DF-4762-ABBF-D8E60E8A7A7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3257D08-5167-436E-AB91-1D23E1446E21}" type="presOf" srcId="{42719D2E-F643-4225-8A40-7344053F8B9F}" destId="{16A3F676-D9CB-4264-9092-AD052DBA7B71}" srcOrd="0" destOrd="0" presId="urn:microsoft.com/office/officeart/2018/2/layout/IconLabelList"/>
    <dgm:cxn modelId="{0C2E5B22-EA73-4197-BDD2-640F5CFD989B}" type="presOf" srcId="{FB6BFF77-5B11-489B-9F5E-435752C36F45}" destId="{D1026408-EE54-4225-BFB4-253F84F7DEB2}" srcOrd="0" destOrd="0" presId="urn:microsoft.com/office/officeart/2018/2/layout/IconLabelList"/>
    <dgm:cxn modelId="{D479343C-A447-4F3F-B552-D49C537A7C5D}" type="presOf" srcId="{F63B2E4E-42DF-4762-ABBF-D8E60E8A7A7B}" destId="{66E92D9B-94FE-43BD-9014-54F60884D1A5}" srcOrd="0" destOrd="0" presId="urn:microsoft.com/office/officeart/2018/2/layout/IconLabelList"/>
    <dgm:cxn modelId="{8F2CE145-EEC3-4F3F-B7EE-A3A5972AC3CC}" type="presOf" srcId="{B96A9AE5-5AA6-4133-A45C-5E1090235A36}" destId="{762B11F4-B7B0-4028-972E-AD9D84738587}" srcOrd="0" destOrd="0" presId="urn:microsoft.com/office/officeart/2018/2/layout/IconLabelList"/>
    <dgm:cxn modelId="{6EEE5C53-46A6-4A6C-8863-902331E69DA9}" srcId="{8C9F5583-124B-4FD9-BF15-AECC7CBF872A}" destId="{FB6BFF77-5B11-489B-9F5E-435752C36F45}" srcOrd="3" destOrd="0" parTransId="{42315FAB-D724-4040-9BDC-E44A83C08D57}" sibTransId="{1BCE4C4A-DD43-4A69-97F9-00E852D3FF01}"/>
    <dgm:cxn modelId="{78A1F96D-B5D0-4FBC-98CC-3CA045C8C9B8}" srcId="{8C9F5583-124B-4FD9-BF15-AECC7CBF872A}" destId="{42719D2E-F643-4225-8A40-7344053F8B9F}" srcOrd="0" destOrd="0" parTransId="{92221A45-BB15-48A7-BC74-E8B499C43F8F}" sibTransId="{36DA83C1-67F5-460A-908C-97980AA5EDBA}"/>
    <dgm:cxn modelId="{B49E7F71-F5F8-40B4-881B-2B52FC909F29}" srcId="{8C9F5583-124B-4FD9-BF15-AECC7CBF872A}" destId="{CBC614E3-EF21-45EC-90B3-43526AFC1AAB}" srcOrd="1" destOrd="0" parTransId="{3C92CE04-BAA2-4D4F-BE33-9BB64F7C01BD}" sibTransId="{2DA54A31-0447-4097-91D8-7CDAD84C9C0A}"/>
    <dgm:cxn modelId="{E01B2377-489F-461E-A463-676F62D8B476}" type="presOf" srcId="{CBC614E3-EF21-45EC-90B3-43526AFC1AAB}" destId="{DDED7288-E085-4900-9DC9-EE297AE5C530}" srcOrd="0" destOrd="0" presId="urn:microsoft.com/office/officeart/2018/2/layout/IconLabelList"/>
    <dgm:cxn modelId="{B03A66AC-6696-48A7-A418-7D9D0B75DA30}" srcId="{8C9F5583-124B-4FD9-BF15-AECC7CBF872A}" destId="{B96A9AE5-5AA6-4133-A45C-5E1090235A36}" srcOrd="2" destOrd="0" parTransId="{F461F40C-6A2D-4831-81CD-F61F8A219549}" sibTransId="{B56A7E5A-5DDD-4EEE-BF1C-749A019144F5}"/>
    <dgm:cxn modelId="{44640BB5-1012-454C-AED3-69874176442D}" srcId="{8C9F5583-124B-4FD9-BF15-AECC7CBF872A}" destId="{F63B2E4E-42DF-4762-ABBF-D8E60E8A7A7B}" srcOrd="4" destOrd="0" parTransId="{DAC1945D-E032-4969-9824-94CCC9F340F6}" sibTransId="{B10EB3BF-F76E-4DC8-BDA0-FDBE53CAD2FA}"/>
    <dgm:cxn modelId="{CFBCBFF5-E861-4D7F-966D-CCDBD2E04F6B}" type="presOf" srcId="{8C9F5583-124B-4FD9-BF15-AECC7CBF872A}" destId="{47854541-8628-46B7-A211-09B23C941142}" srcOrd="0" destOrd="0" presId="urn:microsoft.com/office/officeart/2018/2/layout/IconLabelList"/>
    <dgm:cxn modelId="{10353F30-AB9F-44C5-B2A4-F0B5878A6AAC}" type="presParOf" srcId="{47854541-8628-46B7-A211-09B23C941142}" destId="{E0F2BFC7-0A5D-4C2D-ABAF-3886DF954371}" srcOrd="0" destOrd="0" presId="urn:microsoft.com/office/officeart/2018/2/layout/IconLabelList"/>
    <dgm:cxn modelId="{5CC5D1B2-CBAD-4056-BC16-727A65DC73DD}" type="presParOf" srcId="{E0F2BFC7-0A5D-4C2D-ABAF-3886DF954371}" destId="{51F68131-DE1C-4857-A6D3-1BEB0034BFBC}" srcOrd="0" destOrd="0" presId="urn:microsoft.com/office/officeart/2018/2/layout/IconLabelList"/>
    <dgm:cxn modelId="{721428A1-DAEE-49AC-AEF9-1AA29EECCE04}" type="presParOf" srcId="{E0F2BFC7-0A5D-4C2D-ABAF-3886DF954371}" destId="{3AAF255C-CAC2-45FD-9417-386BC2F6C6D8}" srcOrd="1" destOrd="0" presId="urn:microsoft.com/office/officeart/2018/2/layout/IconLabelList"/>
    <dgm:cxn modelId="{11070D0E-4AD9-4859-A851-88A419E023B1}" type="presParOf" srcId="{E0F2BFC7-0A5D-4C2D-ABAF-3886DF954371}" destId="{16A3F676-D9CB-4264-9092-AD052DBA7B71}" srcOrd="2" destOrd="0" presId="urn:microsoft.com/office/officeart/2018/2/layout/IconLabelList"/>
    <dgm:cxn modelId="{B821802B-6F41-432F-B1BC-7E593E81CFBD}" type="presParOf" srcId="{47854541-8628-46B7-A211-09B23C941142}" destId="{0566678D-7AB1-4FDC-97D7-CE7E1D35E509}" srcOrd="1" destOrd="0" presId="urn:microsoft.com/office/officeart/2018/2/layout/IconLabelList"/>
    <dgm:cxn modelId="{6D166C91-AAD3-4645-8D10-80F911B8AF70}" type="presParOf" srcId="{47854541-8628-46B7-A211-09B23C941142}" destId="{5A3947D7-F81F-4793-928E-57DB4216A87F}" srcOrd="2" destOrd="0" presId="urn:microsoft.com/office/officeart/2018/2/layout/IconLabelList"/>
    <dgm:cxn modelId="{A93664A1-6807-433B-BC8D-99D87E938074}" type="presParOf" srcId="{5A3947D7-F81F-4793-928E-57DB4216A87F}" destId="{48566380-4DB9-4EF9-894B-3CA94274C595}" srcOrd="0" destOrd="0" presId="urn:microsoft.com/office/officeart/2018/2/layout/IconLabelList"/>
    <dgm:cxn modelId="{2FCBB35D-C9C8-4FA5-8514-D66DE8E565F1}" type="presParOf" srcId="{5A3947D7-F81F-4793-928E-57DB4216A87F}" destId="{EC9F70DC-E6D4-464D-B7E0-E0CF7562F21A}" srcOrd="1" destOrd="0" presId="urn:microsoft.com/office/officeart/2018/2/layout/IconLabelList"/>
    <dgm:cxn modelId="{508B80A1-F8FE-4CF3-8EB3-DED78264E9AC}" type="presParOf" srcId="{5A3947D7-F81F-4793-928E-57DB4216A87F}" destId="{DDED7288-E085-4900-9DC9-EE297AE5C530}" srcOrd="2" destOrd="0" presId="urn:microsoft.com/office/officeart/2018/2/layout/IconLabelList"/>
    <dgm:cxn modelId="{C7E28858-7F7F-4094-9DB0-6034857BF68D}" type="presParOf" srcId="{47854541-8628-46B7-A211-09B23C941142}" destId="{02AC9AD2-3FAC-4366-8B0A-9F4B31BB7A61}" srcOrd="3" destOrd="0" presId="urn:microsoft.com/office/officeart/2018/2/layout/IconLabelList"/>
    <dgm:cxn modelId="{ECA65498-E14D-4E2B-B564-7C016BEA4F0E}" type="presParOf" srcId="{47854541-8628-46B7-A211-09B23C941142}" destId="{F8A48E39-0E64-48F1-BD1F-4F40B91809C4}" srcOrd="4" destOrd="0" presId="urn:microsoft.com/office/officeart/2018/2/layout/IconLabelList"/>
    <dgm:cxn modelId="{76DE6562-97B4-4C47-A783-53A392D8B313}" type="presParOf" srcId="{F8A48E39-0E64-48F1-BD1F-4F40B91809C4}" destId="{180A3C36-4D23-46E2-9863-C9C3FB9C4ADB}" srcOrd="0" destOrd="0" presId="urn:microsoft.com/office/officeart/2018/2/layout/IconLabelList"/>
    <dgm:cxn modelId="{62CF6C6E-3338-4D6C-968B-A4CECC011352}" type="presParOf" srcId="{F8A48E39-0E64-48F1-BD1F-4F40B91809C4}" destId="{84A4AD1C-4656-44B8-9C08-CA1CEE44B901}" srcOrd="1" destOrd="0" presId="urn:microsoft.com/office/officeart/2018/2/layout/IconLabelList"/>
    <dgm:cxn modelId="{2929AA3C-EF0B-49D8-9DF0-8371E78C8649}" type="presParOf" srcId="{F8A48E39-0E64-48F1-BD1F-4F40B91809C4}" destId="{762B11F4-B7B0-4028-972E-AD9D84738587}" srcOrd="2" destOrd="0" presId="urn:microsoft.com/office/officeart/2018/2/layout/IconLabelList"/>
    <dgm:cxn modelId="{20E80DFB-CCD4-4D50-A8CD-DF9B8A090535}" type="presParOf" srcId="{47854541-8628-46B7-A211-09B23C941142}" destId="{9D50A66C-E7EB-41C6-85AA-6AEC2896314A}" srcOrd="5" destOrd="0" presId="urn:microsoft.com/office/officeart/2018/2/layout/IconLabelList"/>
    <dgm:cxn modelId="{12363582-BB6B-4B76-9A8A-900C83E9E678}" type="presParOf" srcId="{47854541-8628-46B7-A211-09B23C941142}" destId="{2A27604D-1A5C-4718-B57C-1C415E5E36AC}" srcOrd="6" destOrd="0" presId="urn:microsoft.com/office/officeart/2018/2/layout/IconLabelList"/>
    <dgm:cxn modelId="{DF7DBD8B-C4F0-404B-98AA-4EFD09980050}" type="presParOf" srcId="{2A27604D-1A5C-4718-B57C-1C415E5E36AC}" destId="{A5A96CAB-2B22-4C2A-B2DE-123962EE0F87}" srcOrd="0" destOrd="0" presId="urn:microsoft.com/office/officeart/2018/2/layout/IconLabelList"/>
    <dgm:cxn modelId="{423BDEB6-7312-4C5C-BF00-0A5B677BCF32}" type="presParOf" srcId="{2A27604D-1A5C-4718-B57C-1C415E5E36AC}" destId="{7F747F73-305D-4FEF-96E3-C945B8A4A9A2}" srcOrd="1" destOrd="0" presId="urn:microsoft.com/office/officeart/2018/2/layout/IconLabelList"/>
    <dgm:cxn modelId="{A60DE729-16C2-43AA-BB61-BBD3864C2479}" type="presParOf" srcId="{2A27604D-1A5C-4718-B57C-1C415E5E36AC}" destId="{D1026408-EE54-4225-BFB4-253F84F7DEB2}" srcOrd="2" destOrd="0" presId="urn:microsoft.com/office/officeart/2018/2/layout/IconLabelList"/>
    <dgm:cxn modelId="{E912BE64-0DFB-4818-B92E-43BBCF323E6D}" type="presParOf" srcId="{47854541-8628-46B7-A211-09B23C941142}" destId="{B28F37A7-1AD3-483C-B0E2-8698C041F53D}" srcOrd="7" destOrd="0" presId="urn:microsoft.com/office/officeart/2018/2/layout/IconLabelList"/>
    <dgm:cxn modelId="{89DEFF92-629E-4A5C-A913-656981A81854}" type="presParOf" srcId="{47854541-8628-46B7-A211-09B23C941142}" destId="{6A7E2819-A38C-4483-BD45-FCED54F433D6}" srcOrd="8" destOrd="0" presId="urn:microsoft.com/office/officeart/2018/2/layout/IconLabelList"/>
    <dgm:cxn modelId="{528B7F27-11B9-4857-B867-7EE567197558}" type="presParOf" srcId="{6A7E2819-A38C-4483-BD45-FCED54F433D6}" destId="{5A988D3A-2A86-4168-9AA0-FD8020ED4D14}" srcOrd="0" destOrd="0" presId="urn:microsoft.com/office/officeart/2018/2/layout/IconLabelList"/>
    <dgm:cxn modelId="{895D6F59-26A2-4A53-9058-78664879E5FD}" type="presParOf" srcId="{6A7E2819-A38C-4483-BD45-FCED54F433D6}" destId="{A5FC574C-52E5-4517-8701-EF751B3ECEB8}" srcOrd="1" destOrd="0" presId="urn:microsoft.com/office/officeart/2018/2/layout/IconLabelList"/>
    <dgm:cxn modelId="{D458475B-BA76-47AE-951A-C22985A4DF30}" type="presParOf" srcId="{6A7E2819-A38C-4483-BD45-FCED54F433D6}" destId="{66E92D9B-94FE-43BD-9014-54F60884D1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7BB3B6-4107-4B68-AD40-20D88DF2B4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F0A6AFD-A1D4-47D3-91A5-FEC455948D44}">
      <dgm:prSet/>
      <dgm:spPr/>
      <dgm:t>
        <a:bodyPr/>
        <a:lstStyle/>
        <a:p>
          <a:r>
            <a:rPr lang="en-US" b="0" i="0"/>
            <a:t>Conversion PDF → PDF/A (différents niveaux de conformité).</a:t>
          </a:r>
          <a:endParaRPr lang="en-US"/>
        </a:p>
      </dgm:t>
    </dgm:pt>
    <dgm:pt modelId="{69BC1C43-22A4-48A0-8798-663808B85346}" type="parTrans" cxnId="{196ADBD3-1307-4975-B5CD-6A459CD5E7C2}">
      <dgm:prSet/>
      <dgm:spPr/>
      <dgm:t>
        <a:bodyPr/>
        <a:lstStyle/>
        <a:p>
          <a:endParaRPr lang="en-US"/>
        </a:p>
      </dgm:t>
    </dgm:pt>
    <dgm:pt modelId="{A2C9AF86-8F69-402E-9412-8D201CC53EDA}" type="sibTrans" cxnId="{196ADBD3-1307-4975-B5CD-6A459CD5E7C2}">
      <dgm:prSet/>
      <dgm:spPr/>
      <dgm:t>
        <a:bodyPr/>
        <a:lstStyle/>
        <a:p>
          <a:endParaRPr lang="en-US"/>
        </a:p>
      </dgm:t>
    </dgm:pt>
    <dgm:pt modelId="{09F09A76-50AD-452B-8A9A-889F9E564848}">
      <dgm:prSet/>
      <dgm:spPr/>
      <dgm:t>
        <a:bodyPr/>
        <a:lstStyle/>
        <a:p>
          <a:r>
            <a:rPr lang="en-US" b="0" i="0"/>
            <a:t>Conversion Image → PDF/A (alternate text, langue).</a:t>
          </a:r>
          <a:endParaRPr lang="en-US"/>
        </a:p>
      </dgm:t>
    </dgm:pt>
    <dgm:pt modelId="{804A5FBE-F6AF-4DF8-BE15-26425DC64A73}" type="parTrans" cxnId="{D1171617-D26A-4A6F-880D-7D08CE01D414}">
      <dgm:prSet/>
      <dgm:spPr/>
      <dgm:t>
        <a:bodyPr/>
        <a:lstStyle/>
        <a:p>
          <a:endParaRPr lang="en-US"/>
        </a:p>
      </dgm:t>
    </dgm:pt>
    <dgm:pt modelId="{9ACFFEE4-AA50-48FC-918E-3797EF8C529A}" type="sibTrans" cxnId="{D1171617-D26A-4A6F-880D-7D08CE01D414}">
      <dgm:prSet/>
      <dgm:spPr/>
      <dgm:t>
        <a:bodyPr/>
        <a:lstStyle/>
        <a:p>
          <a:endParaRPr lang="en-US"/>
        </a:p>
      </dgm:t>
    </dgm:pt>
    <dgm:pt modelId="{841A406D-92A4-4122-B838-12A22A7C0835}">
      <dgm:prSet/>
      <dgm:spPr/>
      <dgm:t>
        <a:bodyPr/>
        <a:lstStyle/>
        <a:p>
          <a:r>
            <a:rPr lang="en-US" b="0" i="0"/>
            <a:t>Fusion de documents en un seul PDF.</a:t>
          </a:r>
          <a:endParaRPr lang="en-US"/>
        </a:p>
      </dgm:t>
    </dgm:pt>
    <dgm:pt modelId="{B1E97D5D-988D-4337-991E-884CDDC9C9EF}" type="parTrans" cxnId="{F324E0A3-8075-420A-B5D9-D4F1671AC5ED}">
      <dgm:prSet/>
      <dgm:spPr/>
      <dgm:t>
        <a:bodyPr/>
        <a:lstStyle/>
        <a:p>
          <a:endParaRPr lang="en-US"/>
        </a:p>
      </dgm:t>
    </dgm:pt>
    <dgm:pt modelId="{7D67BAB2-9F2D-4C98-8BF1-50EB1B8869B6}" type="sibTrans" cxnId="{F324E0A3-8075-420A-B5D9-D4F1671AC5ED}">
      <dgm:prSet/>
      <dgm:spPr/>
      <dgm:t>
        <a:bodyPr/>
        <a:lstStyle/>
        <a:p>
          <a:endParaRPr lang="en-US"/>
        </a:p>
      </dgm:t>
    </dgm:pt>
    <dgm:pt modelId="{CDBA06AD-BDF7-4AE0-AA52-2C84B0C9A9F1}">
      <dgm:prSet/>
      <dgm:spPr/>
      <dgm:t>
        <a:bodyPr/>
        <a:lstStyle/>
        <a:p>
          <a:r>
            <a:rPr lang="en-US" b="0" i="0"/>
            <a:t>Extraction de texte depuis un PDF.</a:t>
          </a:r>
          <a:endParaRPr lang="en-US"/>
        </a:p>
      </dgm:t>
    </dgm:pt>
    <dgm:pt modelId="{888039CB-C836-42C2-9AF1-D8DE0BB1FC27}" type="parTrans" cxnId="{BE5D5B2B-46B8-43F1-A877-F5A948633707}">
      <dgm:prSet/>
      <dgm:spPr/>
      <dgm:t>
        <a:bodyPr/>
        <a:lstStyle/>
        <a:p>
          <a:endParaRPr lang="en-US"/>
        </a:p>
      </dgm:t>
    </dgm:pt>
    <dgm:pt modelId="{13820D95-1652-4F40-A3BA-FDD0E0D90AE9}" type="sibTrans" cxnId="{BE5D5B2B-46B8-43F1-A877-F5A948633707}">
      <dgm:prSet/>
      <dgm:spPr/>
      <dgm:t>
        <a:bodyPr/>
        <a:lstStyle/>
        <a:p>
          <a:endParaRPr lang="en-US"/>
        </a:p>
      </dgm:t>
    </dgm:pt>
    <dgm:pt modelId="{8CFD5B01-92A7-473D-ACFD-87AF7A13D8A2}">
      <dgm:prSet/>
      <dgm:spPr/>
      <dgm:t>
        <a:bodyPr/>
        <a:lstStyle/>
        <a:p>
          <a:r>
            <a:rPr lang="en-US" b="0" i="0"/>
            <a:t>API orientée byte[] pour intégration aux services.</a:t>
          </a:r>
          <a:endParaRPr lang="en-US"/>
        </a:p>
      </dgm:t>
    </dgm:pt>
    <dgm:pt modelId="{02AE089F-98CE-467E-A337-BDF48B846283}" type="parTrans" cxnId="{21EA72BB-A48D-4344-B2EB-5B19C2A43A59}">
      <dgm:prSet/>
      <dgm:spPr/>
      <dgm:t>
        <a:bodyPr/>
        <a:lstStyle/>
        <a:p>
          <a:endParaRPr lang="en-US"/>
        </a:p>
      </dgm:t>
    </dgm:pt>
    <dgm:pt modelId="{CDB7AC52-8BEB-4272-9B31-DB473E1B8F59}" type="sibTrans" cxnId="{21EA72BB-A48D-4344-B2EB-5B19C2A43A59}">
      <dgm:prSet/>
      <dgm:spPr/>
      <dgm:t>
        <a:bodyPr/>
        <a:lstStyle/>
        <a:p>
          <a:endParaRPr lang="en-US"/>
        </a:p>
      </dgm:t>
    </dgm:pt>
    <dgm:pt modelId="{7D1B7C04-C881-4264-AFB8-71CC2415229C}">
      <dgm:prSet/>
      <dgm:spPr/>
      <dgm:t>
        <a:bodyPr/>
        <a:lstStyle/>
        <a:p>
          <a:r>
            <a:rPr lang="en-US" b="0" i="0"/>
            <a:t>Gestion automatique de fichiers temporaires (création &amp; nettoyage).</a:t>
          </a:r>
          <a:endParaRPr lang="en-US"/>
        </a:p>
      </dgm:t>
    </dgm:pt>
    <dgm:pt modelId="{F34768EE-F754-4E1B-BAFF-B748A1F50E9C}" type="parTrans" cxnId="{9BC2AFD3-B5C7-48DB-A881-DCBB3B2920F6}">
      <dgm:prSet/>
      <dgm:spPr/>
      <dgm:t>
        <a:bodyPr/>
        <a:lstStyle/>
        <a:p>
          <a:endParaRPr lang="en-US"/>
        </a:p>
      </dgm:t>
    </dgm:pt>
    <dgm:pt modelId="{5B89DFE6-064F-4024-81C5-F80C211D424A}" type="sibTrans" cxnId="{9BC2AFD3-B5C7-48DB-A881-DCBB3B2920F6}">
      <dgm:prSet/>
      <dgm:spPr/>
      <dgm:t>
        <a:bodyPr/>
        <a:lstStyle/>
        <a:p>
          <a:endParaRPr lang="en-US"/>
        </a:p>
      </dgm:t>
    </dgm:pt>
    <dgm:pt modelId="{7D56C857-805F-469F-BB0C-995A80160A0D}" type="pres">
      <dgm:prSet presAssocID="{B07BB3B6-4107-4B68-AD40-20D88DF2B4F9}" presName="root" presStyleCnt="0">
        <dgm:presLayoutVars>
          <dgm:dir/>
          <dgm:resizeHandles val="exact"/>
        </dgm:presLayoutVars>
      </dgm:prSet>
      <dgm:spPr/>
    </dgm:pt>
    <dgm:pt modelId="{26509DE8-3976-4DD4-A3BA-FF6E47C15FC6}" type="pres">
      <dgm:prSet presAssocID="{1F0A6AFD-A1D4-47D3-91A5-FEC455948D44}" presName="compNode" presStyleCnt="0"/>
      <dgm:spPr/>
    </dgm:pt>
    <dgm:pt modelId="{5B70CF78-8966-4042-97F3-AE72506D1E10}" type="pres">
      <dgm:prSet presAssocID="{1F0A6AFD-A1D4-47D3-91A5-FEC455948D44}" presName="bgRect" presStyleLbl="bgShp" presStyleIdx="0" presStyleCnt="6"/>
      <dgm:spPr/>
    </dgm:pt>
    <dgm:pt modelId="{EAB60726-7821-493A-9DB4-9004246894FD}" type="pres">
      <dgm:prSet presAssocID="{1F0A6AFD-A1D4-47D3-91A5-FEC455948D4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yeur à papier"/>
        </a:ext>
      </dgm:extLst>
    </dgm:pt>
    <dgm:pt modelId="{BB974B89-6C0D-4669-A5B0-68FA12202990}" type="pres">
      <dgm:prSet presAssocID="{1F0A6AFD-A1D4-47D3-91A5-FEC455948D44}" presName="spaceRect" presStyleCnt="0"/>
      <dgm:spPr/>
    </dgm:pt>
    <dgm:pt modelId="{22535AB2-2E6D-4B57-9EFB-09FE0C8ECA26}" type="pres">
      <dgm:prSet presAssocID="{1F0A6AFD-A1D4-47D3-91A5-FEC455948D44}" presName="parTx" presStyleLbl="revTx" presStyleIdx="0" presStyleCnt="6">
        <dgm:presLayoutVars>
          <dgm:chMax val="0"/>
          <dgm:chPref val="0"/>
        </dgm:presLayoutVars>
      </dgm:prSet>
      <dgm:spPr/>
    </dgm:pt>
    <dgm:pt modelId="{9A924B35-D621-4340-A0FF-204C634D8E57}" type="pres">
      <dgm:prSet presAssocID="{A2C9AF86-8F69-402E-9412-8D201CC53EDA}" presName="sibTrans" presStyleCnt="0"/>
      <dgm:spPr/>
    </dgm:pt>
    <dgm:pt modelId="{032ACA77-B5F1-4AEE-9AF4-15D239222CF3}" type="pres">
      <dgm:prSet presAssocID="{09F09A76-50AD-452B-8A9A-889F9E564848}" presName="compNode" presStyleCnt="0"/>
      <dgm:spPr/>
    </dgm:pt>
    <dgm:pt modelId="{2D8196C5-FB0E-4C16-8901-3BCA07A11D79}" type="pres">
      <dgm:prSet presAssocID="{09F09A76-50AD-452B-8A9A-889F9E564848}" presName="bgRect" presStyleLbl="bgShp" presStyleIdx="1" presStyleCnt="6"/>
      <dgm:spPr/>
    </dgm:pt>
    <dgm:pt modelId="{7CB9ABAA-AD4D-42E4-8032-967F96D4A4F3}" type="pres">
      <dgm:prSet presAssocID="{09F09A76-50AD-452B-8A9A-889F9E56484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ing"/>
        </a:ext>
      </dgm:extLst>
    </dgm:pt>
    <dgm:pt modelId="{169ABB95-E2B0-43B6-837D-E1357ABEFF41}" type="pres">
      <dgm:prSet presAssocID="{09F09A76-50AD-452B-8A9A-889F9E564848}" presName="spaceRect" presStyleCnt="0"/>
      <dgm:spPr/>
    </dgm:pt>
    <dgm:pt modelId="{2F07A0AE-CAAA-4C8A-B8C6-17D4E7DBC6F9}" type="pres">
      <dgm:prSet presAssocID="{09F09A76-50AD-452B-8A9A-889F9E564848}" presName="parTx" presStyleLbl="revTx" presStyleIdx="1" presStyleCnt="6">
        <dgm:presLayoutVars>
          <dgm:chMax val="0"/>
          <dgm:chPref val="0"/>
        </dgm:presLayoutVars>
      </dgm:prSet>
      <dgm:spPr/>
    </dgm:pt>
    <dgm:pt modelId="{0ED4D742-7A60-46C8-9BF3-6CEE37096EC3}" type="pres">
      <dgm:prSet presAssocID="{9ACFFEE4-AA50-48FC-918E-3797EF8C529A}" presName="sibTrans" presStyleCnt="0"/>
      <dgm:spPr/>
    </dgm:pt>
    <dgm:pt modelId="{07FED514-D2ED-4B15-AFB9-28F1682662DF}" type="pres">
      <dgm:prSet presAssocID="{841A406D-92A4-4122-B838-12A22A7C0835}" presName="compNode" presStyleCnt="0"/>
      <dgm:spPr/>
    </dgm:pt>
    <dgm:pt modelId="{81A32D0E-2555-4AE3-B03B-2D6D0ECD6F08}" type="pres">
      <dgm:prSet presAssocID="{841A406D-92A4-4122-B838-12A22A7C0835}" presName="bgRect" presStyleLbl="bgShp" presStyleIdx="2" presStyleCnt="6"/>
      <dgm:spPr/>
    </dgm:pt>
    <dgm:pt modelId="{1942B795-B2AC-43E9-A6B5-065944EC577E}" type="pres">
      <dgm:prSet presAssocID="{841A406D-92A4-4122-B838-12A22A7C083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érer"/>
        </a:ext>
      </dgm:extLst>
    </dgm:pt>
    <dgm:pt modelId="{90AD814C-213D-4B59-A071-8845BAEBFDEC}" type="pres">
      <dgm:prSet presAssocID="{841A406D-92A4-4122-B838-12A22A7C0835}" presName="spaceRect" presStyleCnt="0"/>
      <dgm:spPr/>
    </dgm:pt>
    <dgm:pt modelId="{05EC1BEB-3A9C-439B-A8BD-781A9E2FAE7D}" type="pres">
      <dgm:prSet presAssocID="{841A406D-92A4-4122-B838-12A22A7C0835}" presName="parTx" presStyleLbl="revTx" presStyleIdx="2" presStyleCnt="6">
        <dgm:presLayoutVars>
          <dgm:chMax val="0"/>
          <dgm:chPref val="0"/>
        </dgm:presLayoutVars>
      </dgm:prSet>
      <dgm:spPr/>
    </dgm:pt>
    <dgm:pt modelId="{A462C721-82C8-4A04-94B7-5B63C4312C77}" type="pres">
      <dgm:prSet presAssocID="{7D67BAB2-9F2D-4C98-8BF1-50EB1B8869B6}" presName="sibTrans" presStyleCnt="0"/>
      <dgm:spPr/>
    </dgm:pt>
    <dgm:pt modelId="{74A470CC-49C2-49C8-8606-722DD1645EE3}" type="pres">
      <dgm:prSet presAssocID="{CDBA06AD-BDF7-4AE0-AA52-2C84B0C9A9F1}" presName="compNode" presStyleCnt="0"/>
      <dgm:spPr/>
    </dgm:pt>
    <dgm:pt modelId="{5B43BAD4-DA8A-4457-8060-2B0E8A401817}" type="pres">
      <dgm:prSet presAssocID="{CDBA06AD-BDF7-4AE0-AA52-2C84B0C9A9F1}" presName="bgRect" presStyleLbl="bgShp" presStyleIdx="3" presStyleCnt="6"/>
      <dgm:spPr/>
    </dgm:pt>
    <dgm:pt modelId="{057CF726-2DED-4BCB-B9C8-E515AA65ADE3}" type="pres">
      <dgm:prSet presAssocID="{CDBA06AD-BDF7-4AE0-AA52-2C84B0C9A9F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ier"/>
        </a:ext>
      </dgm:extLst>
    </dgm:pt>
    <dgm:pt modelId="{245B95BF-07A3-4765-B1AB-881B4EA9C041}" type="pres">
      <dgm:prSet presAssocID="{CDBA06AD-BDF7-4AE0-AA52-2C84B0C9A9F1}" presName="spaceRect" presStyleCnt="0"/>
      <dgm:spPr/>
    </dgm:pt>
    <dgm:pt modelId="{9490ABA9-38B4-4ED0-A3F4-458608A1A07B}" type="pres">
      <dgm:prSet presAssocID="{CDBA06AD-BDF7-4AE0-AA52-2C84B0C9A9F1}" presName="parTx" presStyleLbl="revTx" presStyleIdx="3" presStyleCnt="6">
        <dgm:presLayoutVars>
          <dgm:chMax val="0"/>
          <dgm:chPref val="0"/>
        </dgm:presLayoutVars>
      </dgm:prSet>
      <dgm:spPr/>
    </dgm:pt>
    <dgm:pt modelId="{FBFCB95A-43FA-40AD-97F6-8BA53033F807}" type="pres">
      <dgm:prSet presAssocID="{13820D95-1652-4F40-A3BA-FDD0E0D90AE9}" presName="sibTrans" presStyleCnt="0"/>
      <dgm:spPr/>
    </dgm:pt>
    <dgm:pt modelId="{D73E4424-6AEC-4358-837C-85049BAB6132}" type="pres">
      <dgm:prSet presAssocID="{8CFD5B01-92A7-473D-ACFD-87AF7A13D8A2}" presName="compNode" presStyleCnt="0"/>
      <dgm:spPr/>
    </dgm:pt>
    <dgm:pt modelId="{1FBC71F2-D75C-48BA-9471-AA32CFA89AF0}" type="pres">
      <dgm:prSet presAssocID="{8CFD5B01-92A7-473D-ACFD-87AF7A13D8A2}" presName="bgRect" presStyleLbl="bgShp" presStyleIdx="4" presStyleCnt="6"/>
      <dgm:spPr/>
    </dgm:pt>
    <dgm:pt modelId="{CE349D3D-1B31-4F58-AD5B-12F17A9E98B6}" type="pres">
      <dgm:prSet presAssocID="{8CFD5B01-92A7-473D-ACFD-87AF7A13D8A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2DD50BF7-C347-4AC4-87FD-86E296DDA444}" type="pres">
      <dgm:prSet presAssocID="{8CFD5B01-92A7-473D-ACFD-87AF7A13D8A2}" presName="spaceRect" presStyleCnt="0"/>
      <dgm:spPr/>
    </dgm:pt>
    <dgm:pt modelId="{2E11AF2F-227E-479E-A354-48012B5FA7B2}" type="pres">
      <dgm:prSet presAssocID="{8CFD5B01-92A7-473D-ACFD-87AF7A13D8A2}" presName="parTx" presStyleLbl="revTx" presStyleIdx="4" presStyleCnt="6">
        <dgm:presLayoutVars>
          <dgm:chMax val="0"/>
          <dgm:chPref val="0"/>
        </dgm:presLayoutVars>
      </dgm:prSet>
      <dgm:spPr/>
    </dgm:pt>
    <dgm:pt modelId="{DFF54726-27D2-4D98-99AE-95C4D4DF56DD}" type="pres">
      <dgm:prSet presAssocID="{CDB7AC52-8BEB-4272-9B31-DB473E1B8F59}" presName="sibTrans" presStyleCnt="0"/>
      <dgm:spPr/>
    </dgm:pt>
    <dgm:pt modelId="{9F57DDD0-97F2-4945-B46D-3DF305EC54F7}" type="pres">
      <dgm:prSet presAssocID="{7D1B7C04-C881-4264-AFB8-71CC2415229C}" presName="compNode" presStyleCnt="0"/>
      <dgm:spPr/>
    </dgm:pt>
    <dgm:pt modelId="{5CA87DD6-B8E5-4934-A096-5FD697DACAE2}" type="pres">
      <dgm:prSet presAssocID="{7D1B7C04-C881-4264-AFB8-71CC2415229C}" presName="bgRect" presStyleLbl="bgShp" presStyleIdx="5" presStyleCnt="6"/>
      <dgm:spPr/>
    </dgm:pt>
    <dgm:pt modelId="{21875C52-E533-41EF-A058-18DC46647171}" type="pres">
      <dgm:prSet presAssocID="{7D1B7C04-C881-4264-AFB8-71CC2415229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2A45CDB-701D-420E-AFF5-0F51CF61A197}" type="pres">
      <dgm:prSet presAssocID="{7D1B7C04-C881-4264-AFB8-71CC2415229C}" presName="spaceRect" presStyleCnt="0"/>
      <dgm:spPr/>
    </dgm:pt>
    <dgm:pt modelId="{3D58142C-EE4C-4621-9AA6-98F91EE5B5FE}" type="pres">
      <dgm:prSet presAssocID="{7D1B7C04-C881-4264-AFB8-71CC2415229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1171617-D26A-4A6F-880D-7D08CE01D414}" srcId="{B07BB3B6-4107-4B68-AD40-20D88DF2B4F9}" destId="{09F09A76-50AD-452B-8A9A-889F9E564848}" srcOrd="1" destOrd="0" parTransId="{804A5FBE-F6AF-4DF8-BE15-26425DC64A73}" sibTransId="{9ACFFEE4-AA50-48FC-918E-3797EF8C529A}"/>
    <dgm:cxn modelId="{7321C027-E734-4C5E-91E9-D70D8571F1A5}" type="presOf" srcId="{B07BB3B6-4107-4B68-AD40-20D88DF2B4F9}" destId="{7D56C857-805F-469F-BB0C-995A80160A0D}" srcOrd="0" destOrd="0" presId="urn:microsoft.com/office/officeart/2018/2/layout/IconVerticalSolidList"/>
    <dgm:cxn modelId="{BE5D5B2B-46B8-43F1-A877-F5A948633707}" srcId="{B07BB3B6-4107-4B68-AD40-20D88DF2B4F9}" destId="{CDBA06AD-BDF7-4AE0-AA52-2C84B0C9A9F1}" srcOrd="3" destOrd="0" parTransId="{888039CB-C836-42C2-9AF1-D8DE0BB1FC27}" sibTransId="{13820D95-1652-4F40-A3BA-FDD0E0D90AE9}"/>
    <dgm:cxn modelId="{C98C2F3C-953F-4063-9FAF-893995D01612}" type="presOf" srcId="{1F0A6AFD-A1D4-47D3-91A5-FEC455948D44}" destId="{22535AB2-2E6D-4B57-9EFB-09FE0C8ECA26}" srcOrd="0" destOrd="0" presId="urn:microsoft.com/office/officeart/2018/2/layout/IconVerticalSolidList"/>
    <dgm:cxn modelId="{535E5958-27B6-4D86-A9D1-85A983DD5CD8}" type="presOf" srcId="{CDBA06AD-BDF7-4AE0-AA52-2C84B0C9A9F1}" destId="{9490ABA9-38B4-4ED0-A3F4-458608A1A07B}" srcOrd="0" destOrd="0" presId="urn:microsoft.com/office/officeart/2018/2/layout/IconVerticalSolidList"/>
    <dgm:cxn modelId="{F324E0A3-8075-420A-B5D9-D4F1671AC5ED}" srcId="{B07BB3B6-4107-4B68-AD40-20D88DF2B4F9}" destId="{841A406D-92A4-4122-B838-12A22A7C0835}" srcOrd="2" destOrd="0" parTransId="{B1E97D5D-988D-4337-991E-884CDDC9C9EF}" sibTransId="{7D67BAB2-9F2D-4C98-8BF1-50EB1B8869B6}"/>
    <dgm:cxn modelId="{8701F4A5-D0E5-44E3-8519-757235E4CDC0}" type="presOf" srcId="{841A406D-92A4-4122-B838-12A22A7C0835}" destId="{05EC1BEB-3A9C-439B-A8BD-781A9E2FAE7D}" srcOrd="0" destOrd="0" presId="urn:microsoft.com/office/officeart/2018/2/layout/IconVerticalSolidList"/>
    <dgm:cxn modelId="{21EA72BB-A48D-4344-B2EB-5B19C2A43A59}" srcId="{B07BB3B6-4107-4B68-AD40-20D88DF2B4F9}" destId="{8CFD5B01-92A7-473D-ACFD-87AF7A13D8A2}" srcOrd="4" destOrd="0" parTransId="{02AE089F-98CE-467E-A337-BDF48B846283}" sibTransId="{CDB7AC52-8BEB-4272-9B31-DB473E1B8F59}"/>
    <dgm:cxn modelId="{9BC2AFD3-B5C7-48DB-A881-DCBB3B2920F6}" srcId="{B07BB3B6-4107-4B68-AD40-20D88DF2B4F9}" destId="{7D1B7C04-C881-4264-AFB8-71CC2415229C}" srcOrd="5" destOrd="0" parTransId="{F34768EE-F754-4E1B-BAFF-B748A1F50E9C}" sibTransId="{5B89DFE6-064F-4024-81C5-F80C211D424A}"/>
    <dgm:cxn modelId="{196ADBD3-1307-4975-B5CD-6A459CD5E7C2}" srcId="{B07BB3B6-4107-4B68-AD40-20D88DF2B4F9}" destId="{1F0A6AFD-A1D4-47D3-91A5-FEC455948D44}" srcOrd="0" destOrd="0" parTransId="{69BC1C43-22A4-48A0-8798-663808B85346}" sibTransId="{A2C9AF86-8F69-402E-9412-8D201CC53EDA}"/>
    <dgm:cxn modelId="{4FF93BD5-8F4B-4127-9A40-DC2B1FBC7CCC}" type="presOf" srcId="{8CFD5B01-92A7-473D-ACFD-87AF7A13D8A2}" destId="{2E11AF2F-227E-479E-A354-48012B5FA7B2}" srcOrd="0" destOrd="0" presId="urn:microsoft.com/office/officeart/2018/2/layout/IconVerticalSolidList"/>
    <dgm:cxn modelId="{B9525EDB-2A55-4844-B2C7-A0372203CFED}" type="presOf" srcId="{7D1B7C04-C881-4264-AFB8-71CC2415229C}" destId="{3D58142C-EE4C-4621-9AA6-98F91EE5B5FE}" srcOrd="0" destOrd="0" presId="urn:microsoft.com/office/officeart/2018/2/layout/IconVerticalSolidList"/>
    <dgm:cxn modelId="{C0C324E1-4968-4150-978D-5B1D167CE5FA}" type="presOf" srcId="{09F09A76-50AD-452B-8A9A-889F9E564848}" destId="{2F07A0AE-CAAA-4C8A-B8C6-17D4E7DBC6F9}" srcOrd="0" destOrd="0" presId="urn:microsoft.com/office/officeart/2018/2/layout/IconVerticalSolidList"/>
    <dgm:cxn modelId="{74D1774C-C08B-49E7-8205-E8CC83A5A2B6}" type="presParOf" srcId="{7D56C857-805F-469F-BB0C-995A80160A0D}" destId="{26509DE8-3976-4DD4-A3BA-FF6E47C15FC6}" srcOrd="0" destOrd="0" presId="urn:microsoft.com/office/officeart/2018/2/layout/IconVerticalSolidList"/>
    <dgm:cxn modelId="{430AE623-6FA4-43FD-96AE-236C94584FF3}" type="presParOf" srcId="{26509DE8-3976-4DD4-A3BA-FF6E47C15FC6}" destId="{5B70CF78-8966-4042-97F3-AE72506D1E10}" srcOrd="0" destOrd="0" presId="urn:microsoft.com/office/officeart/2018/2/layout/IconVerticalSolidList"/>
    <dgm:cxn modelId="{C15D2326-92BB-444D-912B-369D19094E40}" type="presParOf" srcId="{26509DE8-3976-4DD4-A3BA-FF6E47C15FC6}" destId="{EAB60726-7821-493A-9DB4-9004246894FD}" srcOrd="1" destOrd="0" presId="urn:microsoft.com/office/officeart/2018/2/layout/IconVerticalSolidList"/>
    <dgm:cxn modelId="{D6E2877E-047F-4ADE-8E65-77EDCE93CC92}" type="presParOf" srcId="{26509DE8-3976-4DD4-A3BA-FF6E47C15FC6}" destId="{BB974B89-6C0D-4669-A5B0-68FA12202990}" srcOrd="2" destOrd="0" presId="urn:microsoft.com/office/officeart/2018/2/layout/IconVerticalSolidList"/>
    <dgm:cxn modelId="{7A28E6F7-80CC-4A2E-8ED7-02DE4C16F200}" type="presParOf" srcId="{26509DE8-3976-4DD4-A3BA-FF6E47C15FC6}" destId="{22535AB2-2E6D-4B57-9EFB-09FE0C8ECA26}" srcOrd="3" destOrd="0" presId="urn:microsoft.com/office/officeart/2018/2/layout/IconVerticalSolidList"/>
    <dgm:cxn modelId="{222F4821-4F9B-41F0-BE81-E5D6BA4A78EB}" type="presParOf" srcId="{7D56C857-805F-469F-BB0C-995A80160A0D}" destId="{9A924B35-D621-4340-A0FF-204C634D8E57}" srcOrd="1" destOrd="0" presId="urn:microsoft.com/office/officeart/2018/2/layout/IconVerticalSolidList"/>
    <dgm:cxn modelId="{A7772C5E-B53B-4683-A741-F42F034B327E}" type="presParOf" srcId="{7D56C857-805F-469F-BB0C-995A80160A0D}" destId="{032ACA77-B5F1-4AEE-9AF4-15D239222CF3}" srcOrd="2" destOrd="0" presId="urn:microsoft.com/office/officeart/2018/2/layout/IconVerticalSolidList"/>
    <dgm:cxn modelId="{99330A30-9B6D-4C7C-8308-71C5C1054D8C}" type="presParOf" srcId="{032ACA77-B5F1-4AEE-9AF4-15D239222CF3}" destId="{2D8196C5-FB0E-4C16-8901-3BCA07A11D79}" srcOrd="0" destOrd="0" presId="urn:microsoft.com/office/officeart/2018/2/layout/IconVerticalSolidList"/>
    <dgm:cxn modelId="{ABBC8BBC-55B1-4206-961F-547E967BB4F8}" type="presParOf" srcId="{032ACA77-B5F1-4AEE-9AF4-15D239222CF3}" destId="{7CB9ABAA-AD4D-42E4-8032-967F96D4A4F3}" srcOrd="1" destOrd="0" presId="urn:microsoft.com/office/officeart/2018/2/layout/IconVerticalSolidList"/>
    <dgm:cxn modelId="{731435E2-8B41-49CD-9667-7C301A765AB1}" type="presParOf" srcId="{032ACA77-B5F1-4AEE-9AF4-15D239222CF3}" destId="{169ABB95-E2B0-43B6-837D-E1357ABEFF41}" srcOrd="2" destOrd="0" presId="urn:microsoft.com/office/officeart/2018/2/layout/IconVerticalSolidList"/>
    <dgm:cxn modelId="{BBC5E45C-F548-42BA-8AA3-A573D36CC610}" type="presParOf" srcId="{032ACA77-B5F1-4AEE-9AF4-15D239222CF3}" destId="{2F07A0AE-CAAA-4C8A-B8C6-17D4E7DBC6F9}" srcOrd="3" destOrd="0" presId="urn:microsoft.com/office/officeart/2018/2/layout/IconVerticalSolidList"/>
    <dgm:cxn modelId="{B596E8CE-DD07-4F47-88A4-4A692BF81419}" type="presParOf" srcId="{7D56C857-805F-469F-BB0C-995A80160A0D}" destId="{0ED4D742-7A60-46C8-9BF3-6CEE37096EC3}" srcOrd="3" destOrd="0" presId="urn:microsoft.com/office/officeart/2018/2/layout/IconVerticalSolidList"/>
    <dgm:cxn modelId="{21A96CFB-AB85-4892-8810-3B091C0E4CA7}" type="presParOf" srcId="{7D56C857-805F-469F-BB0C-995A80160A0D}" destId="{07FED514-D2ED-4B15-AFB9-28F1682662DF}" srcOrd="4" destOrd="0" presId="urn:microsoft.com/office/officeart/2018/2/layout/IconVerticalSolidList"/>
    <dgm:cxn modelId="{09438D00-4D1E-4409-8226-EC5278A01EAA}" type="presParOf" srcId="{07FED514-D2ED-4B15-AFB9-28F1682662DF}" destId="{81A32D0E-2555-4AE3-B03B-2D6D0ECD6F08}" srcOrd="0" destOrd="0" presId="urn:microsoft.com/office/officeart/2018/2/layout/IconVerticalSolidList"/>
    <dgm:cxn modelId="{C314DED3-CE94-4BC3-AB74-BA598CE7489B}" type="presParOf" srcId="{07FED514-D2ED-4B15-AFB9-28F1682662DF}" destId="{1942B795-B2AC-43E9-A6B5-065944EC577E}" srcOrd="1" destOrd="0" presId="urn:microsoft.com/office/officeart/2018/2/layout/IconVerticalSolidList"/>
    <dgm:cxn modelId="{74E5B2E4-8717-43F0-AC43-46233B3BD7FF}" type="presParOf" srcId="{07FED514-D2ED-4B15-AFB9-28F1682662DF}" destId="{90AD814C-213D-4B59-A071-8845BAEBFDEC}" srcOrd="2" destOrd="0" presId="urn:microsoft.com/office/officeart/2018/2/layout/IconVerticalSolidList"/>
    <dgm:cxn modelId="{31E02D00-4440-446C-9FDF-2B0CF7F332D8}" type="presParOf" srcId="{07FED514-D2ED-4B15-AFB9-28F1682662DF}" destId="{05EC1BEB-3A9C-439B-A8BD-781A9E2FAE7D}" srcOrd="3" destOrd="0" presId="urn:microsoft.com/office/officeart/2018/2/layout/IconVerticalSolidList"/>
    <dgm:cxn modelId="{38BFE39C-F922-4C60-8AAE-D32D55957963}" type="presParOf" srcId="{7D56C857-805F-469F-BB0C-995A80160A0D}" destId="{A462C721-82C8-4A04-94B7-5B63C4312C77}" srcOrd="5" destOrd="0" presId="urn:microsoft.com/office/officeart/2018/2/layout/IconVerticalSolidList"/>
    <dgm:cxn modelId="{A0734E5F-3ACB-4193-BBC1-E061D5325C0E}" type="presParOf" srcId="{7D56C857-805F-469F-BB0C-995A80160A0D}" destId="{74A470CC-49C2-49C8-8606-722DD1645EE3}" srcOrd="6" destOrd="0" presId="urn:microsoft.com/office/officeart/2018/2/layout/IconVerticalSolidList"/>
    <dgm:cxn modelId="{E36E7BAE-B4A2-47E3-90AD-CB68ED98FCC5}" type="presParOf" srcId="{74A470CC-49C2-49C8-8606-722DD1645EE3}" destId="{5B43BAD4-DA8A-4457-8060-2B0E8A401817}" srcOrd="0" destOrd="0" presId="urn:microsoft.com/office/officeart/2018/2/layout/IconVerticalSolidList"/>
    <dgm:cxn modelId="{4B95AF0D-0E1D-4EE8-AC37-67A9474B25F2}" type="presParOf" srcId="{74A470CC-49C2-49C8-8606-722DD1645EE3}" destId="{057CF726-2DED-4BCB-B9C8-E515AA65ADE3}" srcOrd="1" destOrd="0" presId="urn:microsoft.com/office/officeart/2018/2/layout/IconVerticalSolidList"/>
    <dgm:cxn modelId="{803137FB-78DE-4B0A-BE1F-3C7ED71D58B0}" type="presParOf" srcId="{74A470CC-49C2-49C8-8606-722DD1645EE3}" destId="{245B95BF-07A3-4765-B1AB-881B4EA9C041}" srcOrd="2" destOrd="0" presId="urn:microsoft.com/office/officeart/2018/2/layout/IconVerticalSolidList"/>
    <dgm:cxn modelId="{F167BABD-5984-4FB7-94B2-039D954ECA3C}" type="presParOf" srcId="{74A470CC-49C2-49C8-8606-722DD1645EE3}" destId="{9490ABA9-38B4-4ED0-A3F4-458608A1A07B}" srcOrd="3" destOrd="0" presId="urn:microsoft.com/office/officeart/2018/2/layout/IconVerticalSolidList"/>
    <dgm:cxn modelId="{5BE83FE9-DB13-4996-8F35-61627BBE4200}" type="presParOf" srcId="{7D56C857-805F-469F-BB0C-995A80160A0D}" destId="{FBFCB95A-43FA-40AD-97F6-8BA53033F807}" srcOrd="7" destOrd="0" presId="urn:microsoft.com/office/officeart/2018/2/layout/IconVerticalSolidList"/>
    <dgm:cxn modelId="{9835D94F-08BF-4711-AD4A-02C55B99C783}" type="presParOf" srcId="{7D56C857-805F-469F-BB0C-995A80160A0D}" destId="{D73E4424-6AEC-4358-837C-85049BAB6132}" srcOrd="8" destOrd="0" presId="urn:microsoft.com/office/officeart/2018/2/layout/IconVerticalSolidList"/>
    <dgm:cxn modelId="{A8448C09-B10C-4C40-95D1-9D53905E995D}" type="presParOf" srcId="{D73E4424-6AEC-4358-837C-85049BAB6132}" destId="{1FBC71F2-D75C-48BA-9471-AA32CFA89AF0}" srcOrd="0" destOrd="0" presId="urn:microsoft.com/office/officeart/2018/2/layout/IconVerticalSolidList"/>
    <dgm:cxn modelId="{504CA3D9-DFEB-4918-91B7-4405A2F858B8}" type="presParOf" srcId="{D73E4424-6AEC-4358-837C-85049BAB6132}" destId="{CE349D3D-1B31-4F58-AD5B-12F17A9E98B6}" srcOrd="1" destOrd="0" presId="urn:microsoft.com/office/officeart/2018/2/layout/IconVerticalSolidList"/>
    <dgm:cxn modelId="{12498F5C-8C44-436F-A696-EC3D0F6FBB38}" type="presParOf" srcId="{D73E4424-6AEC-4358-837C-85049BAB6132}" destId="{2DD50BF7-C347-4AC4-87FD-86E296DDA444}" srcOrd="2" destOrd="0" presId="urn:microsoft.com/office/officeart/2018/2/layout/IconVerticalSolidList"/>
    <dgm:cxn modelId="{C5337F5D-F298-4E04-8B0A-C4AF809B5CD2}" type="presParOf" srcId="{D73E4424-6AEC-4358-837C-85049BAB6132}" destId="{2E11AF2F-227E-479E-A354-48012B5FA7B2}" srcOrd="3" destOrd="0" presId="urn:microsoft.com/office/officeart/2018/2/layout/IconVerticalSolidList"/>
    <dgm:cxn modelId="{3C8F6140-77B5-404B-90E0-BCB695874CF3}" type="presParOf" srcId="{7D56C857-805F-469F-BB0C-995A80160A0D}" destId="{DFF54726-27D2-4D98-99AE-95C4D4DF56DD}" srcOrd="9" destOrd="0" presId="urn:microsoft.com/office/officeart/2018/2/layout/IconVerticalSolidList"/>
    <dgm:cxn modelId="{106A24CB-D144-4153-A6DD-FFAE30D53035}" type="presParOf" srcId="{7D56C857-805F-469F-BB0C-995A80160A0D}" destId="{9F57DDD0-97F2-4945-B46D-3DF305EC54F7}" srcOrd="10" destOrd="0" presId="urn:microsoft.com/office/officeart/2018/2/layout/IconVerticalSolidList"/>
    <dgm:cxn modelId="{04691AFD-2650-4EA0-86C4-46490C0CDE2E}" type="presParOf" srcId="{9F57DDD0-97F2-4945-B46D-3DF305EC54F7}" destId="{5CA87DD6-B8E5-4934-A096-5FD697DACAE2}" srcOrd="0" destOrd="0" presId="urn:microsoft.com/office/officeart/2018/2/layout/IconVerticalSolidList"/>
    <dgm:cxn modelId="{B13389FF-9482-4B69-9C5E-377F73F7CD91}" type="presParOf" srcId="{9F57DDD0-97F2-4945-B46D-3DF305EC54F7}" destId="{21875C52-E533-41EF-A058-18DC46647171}" srcOrd="1" destOrd="0" presId="urn:microsoft.com/office/officeart/2018/2/layout/IconVerticalSolidList"/>
    <dgm:cxn modelId="{683272D4-9C4F-4C26-93D6-F605313E75D4}" type="presParOf" srcId="{9F57DDD0-97F2-4945-B46D-3DF305EC54F7}" destId="{B2A45CDB-701D-420E-AFF5-0F51CF61A197}" srcOrd="2" destOrd="0" presId="urn:microsoft.com/office/officeart/2018/2/layout/IconVerticalSolidList"/>
    <dgm:cxn modelId="{555F43BB-5454-47BD-B4C6-A940437801AD}" type="presParOf" srcId="{9F57DDD0-97F2-4945-B46D-3DF305EC54F7}" destId="{3D58142C-EE4C-4621-9AA6-98F91EE5B5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BE0EAF-8B98-4C00-9A03-B49F9C09E2B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FC8DA3-8A3A-4174-A1DE-18D83A1AC7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Documents archivés conformes → réduction du risque légal.</a:t>
          </a:r>
          <a:endParaRPr lang="en-US"/>
        </a:p>
      </dgm:t>
    </dgm:pt>
    <dgm:pt modelId="{9B0DEBFF-88F0-427D-B4DD-4CA3F94AFB9A}" type="parTrans" cxnId="{DFD2E79D-0ACC-48D1-9ACE-D1C658560B79}">
      <dgm:prSet/>
      <dgm:spPr/>
      <dgm:t>
        <a:bodyPr/>
        <a:lstStyle/>
        <a:p>
          <a:endParaRPr lang="en-US"/>
        </a:p>
      </dgm:t>
    </dgm:pt>
    <dgm:pt modelId="{E835C11D-B78C-448A-988E-69B5BD003AD6}" type="sibTrans" cxnId="{DFD2E79D-0ACC-48D1-9ACE-D1C658560B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3E8212A-CBD4-4A87-B6EA-1C8CA3307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Moins de retours/erreurs sur traitements batch.</a:t>
          </a:r>
          <a:endParaRPr lang="en-US"/>
        </a:p>
      </dgm:t>
    </dgm:pt>
    <dgm:pt modelId="{CA211BE9-C77A-41D5-9632-243A68DD4828}" type="parTrans" cxnId="{141EF4E7-A532-4C92-89BB-46F022815D31}">
      <dgm:prSet/>
      <dgm:spPr/>
      <dgm:t>
        <a:bodyPr/>
        <a:lstStyle/>
        <a:p>
          <a:endParaRPr lang="en-US"/>
        </a:p>
      </dgm:t>
    </dgm:pt>
    <dgm:pt modelId="{F97E3AEF-47C7-433D-883E-0378C1578AE0}" type="sibTrans" cxnId="{141EF4E7-A532-4C92-89BB-46F022815D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7AC3E82-85B1-49D9-A09E-03A21FCBDD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Standardisation du format de sortie (PDF/A).</a:t>
          </a:r>
          <a:endParaRPr lang="en-US"/>
        </a:p>
      </dgm:t>
    </dgm:pt>
    <dgm:pt modelId="{316897B1-13AA-448C-A368-82813A20523E}" type="parTrans" cxnId="{DB1E058A-9438-418C-AB29-2C200BDB2D97}">
      <dgm:prSet/>
      <dgm:spPr/>
      <dgm:t>
        <a:bodyPr/>
        <a:lstStyle/>
        <a:p>
          <a:endParaRPr lang="en-US"/>
        </a:p>
      </dgm:t>
    </dgm:pt>
    <dgm:pt modelId="{F8D2E969-A0FF-43F3-AE51-BD76679FF050}" type="sibTrans" cxnId="{DB1E058A-9438-418C-AB29-2C200BDB2D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BA044F-E2C9-4122-BD32-02D3ACC50B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Meilleure visibilité en cas d'anomalie.</a:t>
          </a:r>
          <a:endParaRPr lang="en-US"/>
        </a:p>
      </dgm:t>
    </dgm:pt>
    <dgm:pt modelId="{4145AAA0-B1FF-4C71-82B5-98D0ACAE0006}" type="parTrans" cxnId="{1874E6B4-5FC0-499E-915A-BF760AF97B8A}">
      <dgm:prSet/>
      <dgm:spPr/>
      <dgm:t>
        <a:bodyPr/>
        <a:lstStyle/>
        <a:p>
          <a:endParaRPr lang="en-US"/>
        </a:p>
      </dgm:t>
    </dgm:pt>
    <dgm:pt modelId="{1317A1D7-F223-4948-A2A1-880146FBFE33}" type="sibTrans" cxnId="{1874E6B4-5FC0-499E-915A-BF760AF97B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50800E-1503-4548-A5F5-7C917097C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Automatisation renforcée du traitement des pièces.</a:t>
          </a:r>
          <a:endParaRPr lang="en-US"/>
        </a:p>
      </dgm:t>
    </dgm:pt>
    <dgm:pt modelId="{D1E0CAF2-0ACD-4FF4-BA40-997B3DCA0A9A}" type="parTrans" cxnId="{8DC2F8DD-8A38-45F7-9B74-3D3F85A2F941}">
      <dgm:prSet/>
      <dgm:spPr/>
      <dgm:t>
        <a:bodyPr/>
        <a:lstStyle/>
        <a:p>
          <a:endParaRPr lang="en-US"/>
        </a:p>
      </dgm:t>
    </dgm:pt>
    <dgm:pt modelId="{7FEA4718-CD9D-44BC-8898-DF81D87FC1B6}" type="sibTrans" cxnId="{8DC2F8DD-8A38-45F7-9B74-3D3F85A2F941}">
      <dgm:prSet/>
      <dgm:spPr/>
      <dgm:t>
        <a:bodyPr/>
        <a:lstStyle/>
        <a:p>
          <a:endParaRPr lang="en-US"/>
        </a:p>
      </dgm:t>
    </dgm:pt>
    <dgm:pt modelId="{CEEC5036-4FDC-45C2-92D5-59D02D065239}" type="pres">
      <dgm:prSet presAssocID="{F6BE0EAF-8B98-4C00-9A03-B49F9C09E2B4}" presName="root" presStyleCnt="0">
        <dgm:presLayoutVars>
          <dgm:dir/>
          <dgm:resizeHandles val="exact"/>
        </dgm:presLayoutVars>
      </dgm:prSet>
      <dgm:spPr/>
    </dgm:pt>
    <dgm:pt modelId="{D679C071-78A9-40CB-A9DB-4CB2A3D10F78}" type="pres">
      <dgm:prSet presAssocID="{F6BE0EAF-8B98-4C00-9A03-B49F9C09E2B4}" presName="container" presStyleCnt="0">
        <dgm:presLayoutVars>
          <dgm:dir/>
          <dgm:resizeHandles val="exact"/>
        </dgm:presLayoutVars>
      </dgm:prSet>
      <dgm:spPr/>
    </dgm:pt>
    <dgm:pt modelId="{B8CC6707-52F5-4913-BE29-7930158CBB65}" type="pres">
      <dgm:prSet presAssocID="{5FFC8DA3-8A3A-4174-A1DE-18D83A1AC70D}" presName="compNode" presStyleCnt="0"/>
      <dgm:spPr/>
    </dgm:pt>
    <dgm:pt modelId="{C5CAFB20-1207-4C31-81BF-38A5476EDBC5}" type="pres">
      <dgm:prSet presAssocID="{5FFC8DA3-8A3A-4174-A1DE-18D83A1AC70D}" presName="iconBgRect" presStyleLbl="bgShp" presStyleIdx="0" presStyleCnt="5"/>
      <dgm:spPr/>
    </dgm:pt>
    <dgm:pt modelId="{AD9F15DA-71A6-42FF-BF9B-94CC06C12C19}" type="pres">
      <dgm:prSet presAssocID="{5FFC8DA3-8A3A-4174-A1DE-18D83A1AC70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64AB64F-CB52-405C-8E8A-B89178313B00}" type="pres">
      <dgm:prSet presAssocID="{5FFC8DA3-8A3A-4174-A1DE-18D83A1AC70D}" presName="spaceRect" presStyleCnt="0"/>
      <dgm:spPr/>
    </dgm:pt>
    <dgm:pt modelId="{CE8FD097-B9A7-4F6B-B088-4673AEDCA8F7}" type="pres">
      <dgm:prSet presAssocID="{5FFC8DA3-8A3A-4174-A1DE-18D83A1AC70D}" presName="textRect" presStyleLbl="revTx" presStyleIdx="0" presStyleCnt="5">
        <dgm:presLayoutVars>
          <dgm:chMax val="1"/>
          <dgm:chPref val="1"/>
        </dgm:presLayoutVars>
      </dgm:prSet>
      <dgm:spPr/>
    </dgm:pt>
    <dgm:pt modelId="{F37AEECC-40AB-4EF5-BAC7-C7F67D0BD3E2}" type="pres">
      <dgm:prSet presAssocID="{E835C11D-B78C-448A-988E-69B5BD003AD6}" presName="sibTrans" presStyleLbl="sibTrans2D1" presStyleIdx="0" presStyleCnt="0"/>
      <dgm:spPr/>
    </dgm:pt>
    <dgm:pt modelId="{7BC0969E-2E64-4945-8528-004BA4B14833}" type="pres">
      <dgm:prSet presAssocID="{B3E8212A-CBD4-4A87-B6EA-1C8CA3307D22}" presName="compNode" presStyleCnt="0"/>
      <dgm:spPr/>
    </dgm:pt>
    <dgm:pt modelId="{15BA6920-7DD5-4DEF-9222-A4EBC18E2CEE}" type="pres">
      <dgm:prSet presAssocID="{B3E8212A-CBD4-4A87-B6EA-1C8CA3307D22}" presName="iconBgRect" presStyleLbl="bgShp" presStyleIdx="1" presStyleCnt="5"/>
      <dgm:spPr/>
    </dgm:pt>
    <dgm:pt modelId="{D4627179-BF5D-4E64-99C6-DE05F0FF8AB4}" type="pres">
      <dgm:prSet presAssocID="{B3E8212A-CBD4-4A87-B6EA-1C8CA3307D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lle"/>
        </a:ext>
      </dgm:extLst>
    </dgm:pt>
    <dgm:pt modelId="{3EF335BF-1C9E-42DC-A36B-DFD0E3ED1A56}" type="pres">
      <dgm:prSet presAssocID="{B3E8212A-CBD4-4A87-B6EA-1C8CA3307D22}" presName="spaceRect" presStyleCnt="0"/>
      <dgm:spPr/>
    </dgm:pt>
    <dgm:pt modelId="{6A8E016D-6849-4B98-BA26-22E663EAF759}" type="pres">
      <dgm:prSet presAssocID="{B3E8212A-CBD4-4A87-B6EA-1C8CA3307D22}" presName="textRect" presStyleLbl="revTx" presStyleIdx="1" presStyleCnt="5">
        <dgm:presLayoutVars>
          <dgm:chMax val="1"/>
          <dgm:chPref val="1"/>
        </dgm:presLayoutVars>
      </dgm:prSet>
      <dgm:spPr/>
    </dgm:pt>
    <dgm:pt modelId="{FC2CE18A-B6CD-4133-824D-6EF2893BDC3F}" type="pres">
      <dgm:prSet presAssocID="{F97E3AEF-47C7-433D-883E-0378C1578AE0}" presName="sibTrans" presStyleLbl="sibTrans2D1" presStyleIdx="0" presStyleCnt="0"/>
      <dgm:spPr/>
    </dgm:pt>
    <dgm:pt modelId="{92A5DCC7-CBF3-4DB3-82F0-1D35235334DF}" type="pres">
      <dgm:prSet presAssocID="{B7AC3E82-85B1-49D9-A09E-03A21FCBDDCE}" presName="compNode" presStyleCnt="0"/>
      <dgm:spPr/>
    </dgm:pt>
    <dgm:pt modelId="{40B78CDE-5678-4320-AC40-0219EB2C4FD4}" type="pres">
      <dgm:prSet presAssocID="{B7AC3E82-85B1-49D9-A09E-03A21FCBDDCE}" presName="iconBgRect" presStyleLbl="bgShp" presStyleIdx="2" presStyleCnt="5"/>
      <dgm:spPr/>
    </dgm:pt>
    <dgm:pt modelId="{2D66F9FA-BB8D-46A3-B73A-98BD3DA21CBF}" type="pres">
      <dgm:prSet presAssocID="{B7AC3E82-85B1-49D9-A09E-03A21FCBDDC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ier"/>
        </a:ext>
      </dgm:extLst>
    </dgm:pt>
    <dgm:pt modelId="{E162514C-B5D6-404C-80C6-24DC5F7F7CFB}" type="pres">
      <dgm:prSet presAssocID="{B7AC3E82-85B1-49D9-A09E-03A21FCBDDCE}" presName="spaceRect" presStyleCnt="0"/>
      <dgm:spPr/>
    </dgm:pt>
    <dgm:pt modelId="{DD1CB39B-33E5-4FED-AC34-FADA25E349DE}" type="pres">
      <dgm:prSet presAssocID="{B7AC3E82-85B1-49D9-A09E-03A21FCBDDCE}" presName="textRect" presStyleLbl="revTx" presStyleIdx="2" presStyleCnt="5">
        <dgm:presLayoutVars>
          <dgm:chMax val="1"/>
          <dgm:chPref val="1"/>
        </dgm:presLayoutVars>
      </dgm:prSet>
      <dgm:spPr/>
    </dgm:pt>
    <dgm:pt modelId="{9837C21E-D55C-4726-9A71-73B998AA2B66}" type="pres">
      <dgm:prSet presAssocID="{F8D2E969-A0FF-43F3-AE51-BD76679FF050}" presName="sibTrans" presStyleLbl="sibTrans2D1" presStyleIdx="0" presStyleCnt="0"/>
      <dgm:spPr/>
    </dgm:pt>
    <dgm:pt modelId="{564FA280-CF6D-4A55-AA0D-95237F755945}" type="pres">
      <dgm:prSet presAssocID="{A8BA044F-E2C9-4122-BD32-02D3ACC50BDC}" presName="compNode" presStyleCnt="0"/>
      <dgm:spPr/>
    </dgm:pt>
    <dgm:pt modelId="{31A73AA8-C699-4080-A53C-19F47BAF2140}" type="pres">
      <dgm:prSet presAssocID="{A8BA044F-E2C9-4122-BD32-02D3ACC50BDC}" presName="iconBgRect" presStyleLbl="bgShp" presStyleIdx="3" presStyleCnt="5"/>
      <dgm:spPr/>
    </dgm:pt>
    <dgm:pt modelId="{C332E26C-8B2E-4BA8-BA81-D4D4207EE0DE}" type="pres">
      <dgm:prSet presAssocID="{A8BA044F-E2C9-4122-BD32-02D3ACC50B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EF53C5-3AA9-4F78-91B9-592CF3BB601A}" type="pres">
      <dgm:prSet presAssocID="{A8BA044F-E2C9-4122-BD32-02D3ACC50BDC}" presName="spaceRect" presStyleCnt="0"/>
      <dgm:spPr/>
    </dgm:pt>
    <dgm:pt modelId="{093E35FC-A095-4DD7-9571-E2B1B203D943}" type="pres">
      <dgm:prSet presAssocID="{A8BA044F-E2C9-4122-BD32-02D3ACC50BDC}" presName="textRect" presStyleLbl="revTx" presStyleIdx="3" presStyleCnt="5">
        <dgm:presLayoutVars>
          <dgm:chMax val="1"/>
          <dgm:chPref val="1"/>
        </dgm:presLayoutVars>
      </dgm:prSet>
      <dgm:spPr/>
    </dgm:pt>
    <dgm:pt modelId="{ECB41AB7-90D7-4202-BE7F-65613BDEBA2C}" type="pres">
      <dgm:prSet presAssocID="{1317A1D7-F223-4948-A2A1-880146FBFE33}" presName="sibTrans" presStyleLbl="sibTrans2D1" presStyleIdx="0" presStyleCnt="0"/>
      <dgm:spPr/>
    </dgm:pt>
    <dgm:pt modelId="{E5181C9B-56A3-479E-ABAE-485BE9B022A7}" type="pres">
      <dgm:prSet presAssocID="{BA50800E-1503-4548-A5F5-7C917097C1A4}" presName="compNode" presStyleCnt="0"/>
      <dgm:spPr/>
    </dgm:pt>
    <dgm:pt modelId="{5EFCFE5D-E537-412B-AB2D-45ADC1717CB2}" type="pres">
      <dgm:prSet presAssocID="{BA50800E-1503-4548-A5F5-7C917097C1A4}" presName="iconBgRect" presStyleLbl="bgShp" presStyleIdx="4" presStyleCnt="5"/>
      <dgm:spPr/>
    </dgm:pt>
    <dgm:pt modelId="{294961D8-6D0F-4F26-A75B-F51F972FF8DA}" type="pres">
      <dgm:prSet presAssocID="{BA50800E-1503-4548-A5F5-7C917097C1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èces"/>
        </a:ext>
      </dgm:extLst>
    </dgm:pt>
    <dgm:pt modelId="{A67921E8-4AD7-42B4-9F45-070D42F4820D}" type="pres">
      <dgm:prSet presAssocID="{BA50800E-1503-4548-A5F5-7C917097C1A4}" presName="spaceRect" presStyleCnt="0"/>
      <dgm:spPr/>
    </dgm:pt>
    <dgm:pt modelId="{55E2E9F6-A311-4943-9FB6-7F9233610665}" type="pres">
      <dgm:prSet presAssocID="{BA50800E-1503-4548-A5F5-7C917097C1A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F597528-42D9-4C3B-88D7-43B879F928C2}" type="presOf" srcId="{A8BA044F-E2C9-4122-BD32-02D3ACC50BDC}" destId="{093E35FC-A095-4DD7-9571-E2B1B203D943}" srcOrd="0" destOrd="0" presId="urn:microsoft.com/office/officeart/2018/2/layout/IconCircleList"/>
    <dgm:cxn modelId="{994FE453-29DB-4DA5-8BAF-F648D1D95442}" type="presOf" srcId="{5FFC8DA3-8A3A-4174-A1DE-18D83A1AC70D}" destId="{CE8FD097-B9A7-4F6B-B088-4673AEDCA8F7}" srcOrd="0" destOrd="0" presId="urn:microsoft.com/office/officeart/2018/2/layout/IconCircleList"/>
    <dgm:cxn modelId="{41867466-3A63-47D0-9D58-255BECA89D8A}" type="presOf" srcId="{1317A1D7-F223-4948-A2A1-880146FBFE33}" destId="{ECB41AB7-90D7-4202-BE7F-65613BDEBA2C}" srcOrd="0" destOrd="0" presId="urn:microsoft.com/office/officeart/2018/2/layout/IconCircleList"/>
    <dgm:cxn modelId="{0411BE6C-3D2B-423A-9E5C-BF674D92B854}" type="presOf" srcId="{F6BE0EAF-8B98-4C00-9A03-B49F9C09E2B4}" destId="{CEEC5036-4FDC-45C2-92D5-59D02D065239}" srcOrd="0" destOrd="0" presId="urn:microsoft.com/office/officeart/2018/2/layout/IconCircleList"/>
    <dgm:cxn modelId="{9E76E07C-4736-4FBC-AD0D-05025D4C9164}" type="presOf" srcId="{B3E8212A-CBD4-4A87-B6EA-1C8CA3307D22}" destId="{6A8E016D-6849-4B98-BA26-22E663EAF759}" srcOrd="0" destOrd="0" presId="urn:microsoft.com/office/officeart/2018/2/layout/IconCircleList"/>
    <dgm:cxn modelId="{80866482-9077-4185-A0C8-966496774FD3}" type="presOf" srcId="{F97E3AEF-47C7-433D-883E-0378C1578AE0}" destId="{FC2CE18A-B6CD-4133-824D-6EF2893BDC3F}" srcOrd="0" destOrd="0" presId="urn:microsoft.com/office/officeart/2018/2/layout/IconCircleList"/>
    <dgm:cxn modelId="{DB1E058A-9438-418C-AB29-2C200BDB2D97}" srcId="{F6BE0EAF-8B98-4C00-9A03-B49F9C09E2B4}" destId="{B7AC3E82-85B1-49D9-A09E-03A21FCBDDCE}" srcOrd="2" destOrd="0" parTransId="{316897B1-13AA-448C-A368-82813A20523E}" sibTransId="{F8D2E969-A0FF-43F3-AE51-BD76679FF050}"/>
    <dgm:cxn modelId="{87139F90-0519-4D66-A88E-92623EFD30FA}" type="presOf" srcId="{B7AC3E82-85B1-49D9-A09E-03A21FCBDDCE}" destId="{DD1CB39B-33E5-4FED-AC34-FADA25E349DE}" srcOrd="0" destOrd="0" presId="urn:microsoft.com/office/officeart/2018/2/layout/IconCircleList"/>
    <dgm:cxn modelId="{DFD2E79D-0ACC-48D1-9ACE-D1C658560B79}" srcId="{F6BE0EAF-8B98-4C00-9A03-B49F9C09E2B4}" destId="{5FFC8DA3-8A3A-4174-A1DE-18D83A1AC70D}" srcOrd="0" destOrd="0" parTransId="{9B0DEBFF-88F0-427D-B4DD-4CA3F94AFB9A}" sibTransId="{E835C11D-B78C-448A-988E-69B5BD003AD6}"/>
    <dgm:cxn modelId="{1874E6B4-5FC0-499E-915A-BF760AF97B8A}" srcId="{F6BE0EAF-8B98-4C00-9A03-B49F9C09E2B4}" destId="{A8BA044F-E2C9-4122-BD32-02D3ACC50BDC}" srcOrd="3" destOrd="0" parTransId="{4145AAA0-B1FF-4C71-82B5-98D0ACAE0006}" sibTransId="{1317A1D7-F223-4948-A2A1-880146FBFE33}"/>
    <dgm:cxn modelId="{B411B7D2-84BC-41AE-A3FB-3CEFA15DE659}" type="presOf" srcId="{F8D2E969-A0FF-43F3-AE51-BD76679FF050}" destId="{9837C21E-D55C-4726-9A71-73B998AA2B66}" srcOrd="0" destOrd="0" presId="urn:microsoft.com/office/officeart/2018/2/layout/IconCircleList"/>
    <dgm:cxn modelId="{8DC2F8DD-8A38-45F7-9B74-3D3F85A2F941}" srcId="{F6BE0EAF-8B98-4C00-9A03-B49F9C09E2B4}" destId="{BA50800E-1503-4548-A5F5-7C917097C1A4}" srcOrd="4" destOrd="0" parTransId="{D1E0CAF2-0ACD-4FF4-BA40-997B3DCA0A9A}" sibTransId="{7FEA4718-CD9D-44BC-8898-DF81D87FC1B6}"/>
    <dgm:cxn modelId="{B6C875E4-CFBE-4AFE-9CA1-B9CD8D1D6BD5}" type="presOf" srcId="{BA50800E-1503-4548-A5F5-7C917097C1A4}" destId="{55E2E9F6-A311-4943-9FB6-7F9233610665}" srcOrd="0" destOrd="0" presId="urn:microsoft.com/office/officeart/2018/2/layout/IconCircleList"/>
    <dgm:cxn modelId="{141EF4E7-A532-4C92-89BB-46F022815D31}" srcId="{F6BE0EAF-8B98-4C00-9A03-B49F9C09E2B4}" destId="{B3E8212A-CBD4-4A87-B6EA-1C8CA3307D22}" srcOrd="1" destOrd="0" parTransId="{CA211BE9-C77A-41D5-9632-243A68DD4828}" sibTransId="{F97E3AEF-47C7-433D-883E-0378C1578AE0}"/>
    <dgm:cxn modelId="{5DCC30F0-46CD-414E-8725-7DE2835E8378}" type="presOf" srcId="{E835C11D-B78C-448A-988E-69B5BD003AD6}" destId="{F37AEECC-40AB-4EF5-BAC7-C7F67D0BD3E2}" srcOrd="0" destOrd="0" presId="urn:microsoft.com/office/officeart/2018/2/layout/IconCircleList"/>
    <dgm:cxn modelId="{06FA2EFF-F61D-4D41-9AC6-7E40F4CADD9B}" type="presParOf" srcId="{CEEC5036-4FDC-45C2-92D5-59D02D065239}" destId="{D679C071-78A9-40CB-A9DB-4CB2A3D10F78}" srcOrd="0" destOrd="0" presId="urn:microsoft.com/office/officeart/2018/2/layout/IconCircleList"/>
    <dgm:cxn modelId="{9E06866C-A6E8-4370-863B-093A329D9AA6}" type="presParOf" srcId="{D679C071-78A9-40CB-A9DB-4CB2A3D10F78}" destId="{B8CC6707-52F5-4913-BE29-7930158CBB65}" srcOrd="0" destOrd="0" presId="urn:microsoft.com/office/officeart/2018/2/layout/IconCircleList"/>
    <dgm:cxn modelId="{8420623F-4DC9-4B0E-A375-302D7A72D375}" type="presParOf" srcId="{B8CC6707-52F5-4913-BE29-7930158CBB65}" destId="{C5CAFB20-1207-4C31-81BF-38A5476EDBC5}" srcOrd="0" destOrd="0" presId="urn:microsoft.com/office/officeart/2018/2/layout/IconCircleList"/>
    <dgm:cxn modelId="{0A005355-DBCF-4C81-B1B4-D644A24AF483}" type="presParOf" srcId="{B8CC6707-52F5-4913-BE29-7930158CBB65}" destId="{AD9F15DA-71A6-42FF-BF9B-94CC06C12C19}" srcOrd="1" destOrd="0" presId="urn:microsoft.com/office/officeart/2018/2/layout/IconCircleList"/>
    <dgm:cxn modelId="{711224FD-F793-42BD-805D-689A16237506}" type="presParOf" srcId="{B8CC6707-52F5-4913-BE29-7930158CBB65}" destId="{664AB64F-CB52-405C-8E8A-B89178313B00}" srcOrd="2" destOrd="0" presId="urn:microsoft.com/office/officeart/2018/2/layout/IconCircleList"/>
    <dgm:cxn modelId="{D4970F35-C5F0-44EA-9245-8D4F786EE426}" type="presParOf" srcId="{B8CC6707-52F5-4913-BE29-7930158CBB65}" destId="{CE8FD097-B9A7-4F6B-B088-4673AEDCA8F7}" srcOrd="3" destOrd="0" presId="urn:microsoft.com/office/officeart/2018/2/layout/IconCircleList"/>
    <dgm:cxn modelId="{4E2253DD-7B6C-46D9-ACBC-1B18162A05C2}" type="presParOf" srcId="{D679C071-78A9-40CB-A9DB-4CB2A3D10F78}" destId="{F37AEECC-40AB-4EF5-BAC7-C7F67D0BD3E2}" srcOrd="1" destOrd="0" presId="urn:microsoft.com/office/officeart/2018/2/layout/IconCircleList"/>
    <dgm:cxn modelId="{3B9C6090-5076-404A-A5F7-A176E9EAD60E}" type="presParOf" srcId="{D679C071-78A9-40CB-A9DB-4CB2A3D10F78}" destId="{7BC0969E-2E64-4945-8528-004BA4B14833}" srcOrd="2" destOrd="0" presId="urn:microsoft.com/office/officeart/2018/2/layout/IconCircleList"/>
    <dgm:cxn modelId="{1B173010-0ACB-4B87-A3DF-AD967626C751}" type="presParOf" srcId="{7BC0969E-2E64-4945-8528-004BA4B14833}" destId="{15BA6920-7DD5-4DEF-9222-A4EBC18E2CEE}" srcOrd="0" destOrd="0" presId="urn:microsoft.com/office/officeart/2018/2/layout/IconCircleList"/>
    <dgm:cxn modelId="{C9568E0E-CCAE-482C-A439-61929956D279}" type="presParOf" srcId="{7BC0969E-2E64-4945-8528-004BA4B14833}" destId="{D4627179-BF5D-4E64-99C6-DE05F0FF8AB4}" srcOrd="1" destOrd="0" presId="urn:microsoft.com/office/officeart/2018/2/layout/IconCircleList"/>
    <dgm:cxn modelId="{E2A8DDCF-B12B-4DBB-BC16-1A8098C18A97}" type="presParOf" srcId="{7BC0969E-2E64-4945-8528-004BA4B14833}" destId="{3EF335BF-1C9E-42DC-A36B-DFD0E3ED1A56}" srcOrd="2" destOrd="0" presId="urn:microsoft.com/office/officeart/2018/2/layout/IconCircleList"/>
    <dgm:cxn modelId="{F3484FD3-EF4F-433D-A9BE-0CAB9155019F}" type="presParOf" srcId="{7BC0969E-2E64-4945-8528-004BA4B14833}" destId="{6A8E016D-6849-4B98-BA26-22E663EAF759}" srcOrd="3" destOrd="0" presId="urn:microsoft.com/office/officeart/2018/2/layout/IconCircleList"/>
    <dgm:cxn modelId="{4C639BC0-AD46-4798-9B99-E065C807EBDD}" type="presParOf" srcId="{D679C071-78A9-40CB-A9DB-4CB2A3D10F78}" destId="{FC2CE18A-B6CD-4133-824D-6EF2893BDC3F}" srcOrd="3" destOrd="0" presId="urn:microsoft.com/office/officeart/2018/2/layout/IconCircleList"/>
    <dgm:cxn modelId="{BE79ED82-F9FF-448F-BF3C-F5CD504728D4}" type="presParOf" srcId="{D679C071-78A9-40CB-A9DB-4CB2A3D10F78}" destId="{92A5DCC7-CBF3-4DB3-82F0-1D35235334DF}" srcOrd="4" destOrd="0" presId="urn:microsoft.com/office/officeart/2018/2/layout/IconCircleList"/>
    <dgm:cxn modelId="{ABDFF8FD-3FEA-4B1B-9B68-C1FE752F5201}" type="presParOf" srcId="{92A5DCC7-CBF3-4DB3-82F0-1D35235334DF}" destId="{40B78CDE-5678-4320-AC40-0219EB2C4FD4}" srcOrd="0" destOrd="0" presId="urn:microsoft.com/office/officeart/2018/2/layout/IconCircleList"/>
    <dgm:cxn modelId="{8E3FBE4E-DD65-4085-B263-58FBD4C394C3}" type="presParOf" srcId="{92A5DCC7-CBF3-4DB3-82F0-1D35235334DF}" destId="{2D66F9FA-BB8D-46A3-B73A-98BD3DA21CBF}" srcOrd="1" destOrd="0" presId="urn:microsoft.com/office/officeart/2018/2/layout/IconCircleList"/>
    <dgm:cxn modelId="{51D90225-24AC-4C56-B0C5-A165D8C872DF}" type="presParOf" srcId="{92A5DCC7-CBF3-4DB3-82F0-1D35235334DF}" destId="{E162514C-B5D6-404C-80C6-24DC5F7F7CFB}" srcOrd="2" destOrd="0" presId="urn:microsoft.com/office/officeart/2018/2/layout/IconCircleList"/>
    <dgm:cxn modelId="{8B98046A-26E9-4B27-A196-A8F9F3363E1B}" type="presParOf" srcId="{92A5DCC7-CBF3-4DB3-82F0-1D35235334DF}" destId="{DD1CB39B-33E5-4FED-AC34-FADA25E349DE}" srcOrd="3" destOrd="0" presId="urn:microsoft.com/office/officeart/2018/2/layout/IconCircleList"/>
    <dgm:cxn modelId="{E3E32ADE-799F-47BD-B0B5-3A1129ADB931}" type="presParOf" srcId="{D679C071-78A9-40CB-A9DB-4CB2A3D10F78}" destId="{9837C21E-D55C-4726-9A71-73B998AA2B66}" srcOrd="5" destOrd="0" presId="urn:microsoft.com/office/officeart/2018/2/layout/IconCircleList"/>
    <dgm:cxn modelId="{E3FBBC83-194B-43EE-95F6-8F95ADB8250B}" type="presParOf" srcId="{D679C071-78A9-40CB-A9DB-4CB2A3D10F78}" destId="{564FA280-CF6D-4A55-AA0D-95237F755945}" srcOrd="6" destOrd="0" presId="urn:microsoft.com/office/officeart/2018/2/layout/IconCircleList"/>
    <dgm:cxn modelId="{A47938D5-7058-4FAA-AA4E-5D8157735D18}" type="presParOf" srcId="{564FA280-CF6D-4A55-AA0D-95237F755945}" destId="{31A73AA8-C699-4080-A53C-19F47BAF2140}" srcOrd="0" destOrd="0" presId="urn:microsoft.com/office/officeart/2018/2/layout/IconCircleList"/>
    <dgm:cxn modelId="{CE2758C4-90BE-4227-AF30-55AE320DAE52}" type="presParOf" srcId="{564FA280-CF6D-4A55-AA0D-95237F755945}" destId="{C332E26C-8B2E-4BA8-BA81-D4D4207EE0DE}" srcOrd="1" destOrd="0" presId="urn:microsoft.com/office/officeart/2018/2/layout/IconCircleList"/>
    <dgm:cxn modelId="{C47B7991-0D43-4CC8-9C91-487DA8AFEEBC}" type="presParOf" srcId="{564FA280-CF6D-4A55-AA0D-95237F755945}" destId="{EBEF53C5-3AA9-4F78-91B9-592CF3BB601A}" srcOrd="2" destOrd="0" presId="urn:microsoft.com/office/officeart/2018/2/layout/IconCircleList"/>
    <dgm:cxn modelId="{2A9F29BA-D870-4B94-8DBF-42EE79F90C9E}" type="presParOf" srcId="{564FA280-CF6D-4A55-AA0D-95237F755945}" destId="{093E35FC-A095-4DD7-9571-E2B1B203D943}" srcOrd="3" destOrd="0" presId="urn:microsoft.com/office/officeart/2018/2/layout/IconCircleList"/>
    <dgm:cxn modelId="{B5AD101E-7949-4675-BABB-F254088D73C3}" type="presParOf" srcId="{D679C071-78A9-40CB-A9DB-4CB2A3D10F78}" destId="{ECB41AB7-90D7-4202-BE7F-65613BDEBA2C}" srcOrd="7" destOrd="0" presId="urn:microsoft.com/office/officeart/2018/2/layout/IconCircleList"/>
    <dgm:cxn modelId="{A0E59455-696E-4838-9783-526341477EE4}" type="presParOf" srcId="{D679C071-78A9-40CB-A9DB-4CB2A3D10F78}" destId="{E5181C9B-56A3-479E-ABAE-485BE9B022A7}" srcOrd="8" destOrd="0" presId="urn:microsoft.com/office/officeart/2018/2/layout/IconCircleList"/>
    <dgm:cxn modelId="{57180400-B2CA-4CC6-B4D9-A6AE353B9909}" type="presParOf" srcId="{E5181C9B-56A3-479E-ABAE-485BE9B022A7}" destId="{5EFCFE5D-E537-412B-AB2D-45ADC1717CB2}" srcOrd="0" destOrd="0" presId="urn:microsoft.com/office/officeart/2018/2/layout/IconCircleList"/>
    <dgm:cxn modelId="{FF98FBFB-07DB-499C-B3E6-5E7C10E3FE56}" type="presParOf" srcId="{E5181C9B-56A3-479E-ABAE-485BE9B022A7}" destId="{294961D8-6D0F-4F26-A75B-F51F972FF8DA}" srcOrd="1" destOrd="0" presId="urn:microsoft.com/office/officeart/2018/2/layout/IconCircleList"/>
    <dgm:cxn modelId="{1F7DEE15-5F58-4FC5-ACCB-04E405BE70D4}" type="presParOf" srcId="{E5181C9B-56A3-479E-ABAE-485BE9B022A7}" destId="{A67921E8-4AD7-42B4-9F45-070D42F4820D}" srcOrd="2" destOrd="0" presId="urn:microsoft.com/office/officeart/2018/2/layout/IconCircleList"/>
    <dgm:cxn modelId="{FADC9327-ED14-4DC9-B5F9-A02C30A1A3B0}" type="presParOf" srcId="{E5181C9B-56A3-479E-ABAE-485BE9B022A7}" destId="{55E2E9F6-A311-4943-9FB6-7F923361066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CD3E34-9BE6-4414-95A1-E2DC8F137E5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75F366-225F-4123-9C43-AD95A028229B}">
      <dgm:prSet/>
      <dgm:spPr/>
      <dgm:t>
        <a:bodyPr/>
        <a:lstStyle/>
        <a:p>
          <a:pPr>
            <a:defRPr cap="all"/>
          </a:pPr>
          <a:r>
            <a:rPr lang="en-US" b="0" i="0"/>
            <a:t>Licence SDK à gérer et sécuriser (clé d'activation).</a:t>
          </a:r>
          <a:endParaRPr lang="en-US"/>
        </a:p>
      </dgm:t>
    </dgm:pt>
    <dgm:pt modelId="{C68560BE-D0A8-431B-B8C1-6637E69DFC4B}" type="parTrans" cxnId="{B6BE5C40-079D-4242-9655-0353E3EAA7D5}">
      <dgm:prSet/>
      <dgm:spPr/>
      <dgm:t>
        <a:bodyPr/>
        <a:lstStyle/>
        <a:p>
          <a:endParaRPr lang="en-US"/>
        </a:p>
      </dgm:t>
    </dgm:pt>
    <dgm:pt modelId="{031474EF-2E45-4ABD-9808-AD79F1329E18}" type="sibTrans" cxnId="{B6BE5C40-079D-4242-9655-0353E3EAA7D5}">
      <dgm:prSet/>
      <dgm:spPr/>
      <dgm:t>
        <a:bodyPr/>
        <a:lstStyle/>
        <a:p>
          <a:endParaRPr lang="en-US"/>
        </a:p>
      </dgm:t>
    </dgm:pt>
    <dgm:pt modelId="{5BAA9D05-91CE-4944-91FA-B439F7E29BB3}">
      <dgm:prSet/>
      <dgm:spPr/>
      <dgm:t>
        <a:bodyPr/>
        <a:lstStyle/>
        <a:p>
          <a:pPr>
            <a:defRPr cap="all"/>
          </a:pPr>
          <a:r>
            <a:rPr lang="en-US" b="0" i="0"/>
            <a:t>Espace disque &amp; permission d'écriture pour fichiers temporaires.</a:t>
          </a:r>
          <a:endParaRPr lang="en-US"/>
        </a:p>
      </dgm:t>
    </dgm:pt>
    <dgm:pt modelId="{6AECC98D-3425-495A-A6EA-A77F67ADA065}" type="parTrans" cxnId="{B2C3E49C-6343-4456-956E-CEEDCC1A1A17}">
      <dgm:prSet/>
      <dgm:spPr/>
      <dgm:t>
        <a:bodyPr/>
        <a:lstStyle/>
        <a:p>
          <a:endParaRPr lang="en-US"/>
        </a:p>
      </dgm:t>
    </dgm:pt>
    <dgm:pt modelId="{AD424CCE-5187-48DB-A929-1C537C5F99B2}" type="sibTrans" cxnId="{B2C3E49C-6343-4456-956E-CEEDCC1A1A17}">
      <dgm:prSet/>
      <dgm:spPr/>
      <dgm:t>
        <a:bodyPr/>
        <a:lstStyle/>
        <a:p>
          <a:endParaRPr lang="en-US"/>
        </a:p>
      </dgm:t>
    </dgm:pt>
    <dgm:pt modelId="{F34748E6-2D0E-4341-861C-F2F2E3461A53}">
      <dgm:prSet/>
      <dgm:spPr/>
      <dgm:t>
        <a:bodyPr/>
        <a:lstStyle/>
        <a:p>
          <a:pPr>
            <a:defRPr cap="all"/>
          </a:pPr>
          <a:r>
            <a:rPr lang="en-US" b="0" i="0"/>
            <a:t>Tests de montée en charge (I/O &amp; mémoire).</a:t>
          </a:r>
          <a:endParaRPr lang="en-US"/>
        </a:p>
      </dgm:t>
    </dgm:pt>
    <dgm:pt modelId="{FCFA500A-AC08-4B92-ADDD-74C0012D20DC}" type="parTrans" cxnId="{75D7B16C-3CF9-4705-A4E8-ADAEEAE4FA2B}">
      <dgm:prSet/>
      <dgm:spPr/>
      <dgm:t>
        <a:bodyPr/>
        <a:lstStyle/>
        <a:p>
          <a:endParaRPr lang="en-US"/>
        </a:p>
      </dgm:t>
    </dgm:pt>
    <dgm:pt modelId="{DAE1148E-A8DA-4325-A7F1-AF6E6A843A0B}" type="sibTrans" cxnId="{75D7B16C-3CF9-4705-A4E8-ADAEEAE4FA2B}">
      <dgm:prSet/>
      <dgm:spPr/>
      <dgm:t>
        <a:bodyPr/>
        <a:lstStyle/>
        <a:p>
          <a:endParaRPr lang="en-US"/>
        </a:p>
      </dgm:t>
    </dgm:pt>
    <dgm:pt modelId="{C12EA712-3DEC-4FFD-B7FE-A23435A7D62D}">
      <dgm:prSet/>
      <dgm:spPr/>
      <dgm:t>
        <a:bodyPr/>
        <a:lstStyle/>
        <a:p>
          <a:pPr>
            <a:defRPr cap="all"/>
          </a:pPr>
          <a:r>
            <a:rPr lang="en-US" b="0" i="0"/>
            <a:t>Dépendance binaire à déployer (.NET Framework 4.8).</a:t>
          </a:r>
          <a:endParaRPr lang="en-US"/>
        </a:p>
      </dgm:t>
    </dgm:pt>
    <dgm:pt modelId="{FF05DF6F-041D-4D4D-809C-44994D212011}" type="parTrans" cxnId="{6F5F254B-E07B-4E03-82AB-2B1C4B5D4BE8}">
      <dgm:prSet/>
      <dgm:spPr/>
      <dgm:t>
        <a:bodyPr/>
        <a:lstStyle/>
        <a:p>
          <a:endParaRPr lang="en-US"/>
        </a:p>
      </dgm:t>
    </dgm:pt>
    <dgm:pt modelId="{FD7949A2-6104-455E-8727-910D0064F692}" type="sibTrans" cxnId="{6F5F254B-E07B-4E03-82AB-2B1C4B5D4BE8}">
      <dgm:prSet/>
      <dgm:spPr/>
      <dgm:t>
        <a:bodyPr/>
        <a:lstStyle/>
        <a:p>
          <a:endParaRPr lang="en-US"/>
        </a:p>
      </dgm:t>
    </dgm:pt>
    <dgm:pt modelId="{493A856A-C74E-4FCE-B25F-E6E13B71EC31}">
      <dgm:prSet/>
      <dgm:spPr/>
      <dgm:t>
        <a:bodyPr/>
        <a:lstStyle/>
        <a:p>
          <a:pPr>
            <a:defRPr cap="all"/>
          </a:pPr>
          <a:r>
            <a:rPr lang="en-US" b="0" i="0"/>
            <a:t>Monitoring des conversions (warnings / erreurs).</a:t>
          </a:r>
          <a:endParaRPr lang="en-US"/>
        </a:p>
      </dgm:t>
    </dgm:pt>
    <dgm:pt modelId="{AADABC47-10A6-464F-BFE3-BEF07A61ADF0}" type="parTrans" cxnId="{573F9CF1-039F-471E-9057-1D2F792A0E75}">
      <dgm:prSet/>
      <dgm:spPr/>
      <dgm:t>
        <a:bodyPr/>
        <a:lstStyle/>
        <a:p>
          <a:endParaRPr lang="en-US"/>
        </a:p>
      </dgm:t>
    </dgm:pt>
    <dgm:pt modelId="{8D3B0BC4-A235-4E60-AB6C-C02EDBEB3F34}" type="sibTrans" cxnId="{573F9CF1-039F-471E-9057-1D2F792A0E75}">
      <dgm:prSet/>
      <dgm:spPr/>
      <dgm:t>
        <a:bodyPr/>
        <a:lstStyle/>
        <a:p>
          <a:endParaRPr lang="en-US"/>
        </a:p>
      </dgm:t>
    </dgm:pt>
    <dgm:pt modelId="{60B4103F-A829-43A6-A294-A7AA0320B760}" type="pres">
      <dgm:prSet presAssocID="{2ECD3E34-9BE6-4414-95A1-E2DC8F137E57}" presName="root" presStyleCnt="0">
        <dgm:presLayoutVars>
          <dgm:dir/>
          <dgm:resizeHandles val="exact"/>
        </dgm:presLayoutVars>
      </dgm:prSet>
      <dgm:spPr/>
    </dgm:pt>
    <dgm:pt modelId="{B6C96335-68D3-4D66-A51B-47C8721FD7F7}" type="pres">
      <dgm:prSet presAssocID="{5675F366-225F-4123-9C43-AD95A028229B}" presName="compNode" presStyleCnt="0"/>
      <dgm:spPr/>
    </dgm:pt>
    <dgm:pt modelId="{790B348A-0A04-4A11-AC87-E9E7FC7B2662}" type="pres">
      <dgm:prSet presAssocID="{5675F366-225F-4123-9C43-AD95A028229B}" presName="iconBgRect" presStyleLbl="bgShp" presStyleIdx="0" presStyleCnt="5"/>
      <dgm:spPr/>
    </dgm:pt>
    <dgm:pt modelId="{DEF0C020-0ACC-4248-8443-0C23BE35CE31}" type="pres">
      <dgm:prSet presAssocID="{5675F366-225F-4123-9C43-AD95A028229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é"/>
        </a:ext>
      </dgm:extLst>
    </dgm:pt>
    <dgm:pt modelId="{46B9BCBF-3167-4B8A-85E5-EDD350AD3C2D}" type="pres">
      <dgm:prSet presAssocID="{5675F366-225F-4123-9C43-AD95A028229B}" presName="spaceRect" presStyleCnt="0"/>
      <dgm:spPr/>
    </dgm:pt>
    <dgm:pt modelId="{34856D9A-287F-44D5-8E3F-311CC904199E}" type="pres">
      <dgm:prSet presAssocID="{5675F366-225F-4123-9C43-AD95A028229B}" presName="textRect" presStyleLbl="revTx" presStyleIdx="0" presStyleCnt="5">
        <dgm:presLayoutVars>
          <dgm:chMax val="1"/>
          <dgm:chPref val="1"/>
        </dgm:presLayoutVars>
      </dgm:prSet>
      <dgm:spPr/>
    </dgm:pt>
    <dgm:pt modelId="{AD0D64F7-A891-45F6-AFEE-8858F0AB9FBC}" type="pres">
      <dgm:prSet presAssocID="{031474EF-2E45-4ABD-9808-AD79F1329E18}" presName="sibTrans" presStyleCnt="0"/>
      <dgm:spPr/>
    </dgm:pt>
    <dgm:pt modelId="{516B4058-2A5D-47CA-8B29-7E3B804760A3}" type="pres">
      <dgm:prSet presAssocID="{5BAA9D05-91CE-4944-91FA-B439F7E29BB3}" presName="compNode" presStyleCnt="0"/>
      <dgm:spPr/>
    </dgm:pt>
    <dgm:pt modelId="{B3DED808-A7A3-490A-8A36-C76EEA5647D2}" type="pres">
      <dgm:prSet presAssocID="{5BAA9D05-91CE-4944-91FA-B439F7E29BB3}" presName="iconBgRect" presStyleLbl="bgShp" presStyleIdx="1" presStyleCnt="5"/>
      <dgm:spPr/>
    </dgm:pt>
    <dgm:pt modelId="{D10226B7-7CFD-49E5-8C3B-29CF6A2D12AC}" type="pres">
      <dgm:prSet presAssocID="{5BAA9D05-91CE-4944-91FA-B439F7E29B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que"/>
        </a:ext>
      </dgm:extLst>
    </dgm:pt>
    <dgm:pt modelId="{89A9EDB0-9331-47E0-9727-BB26883E5D4F}" type="pres">
      <dgm:prSet presAssocID="{5BAA9D05-91CE-4944-91FA-B439F7E29BB3}" presName="spaceRect" presStyleCnt="0"/>
      <dgm:spPr/>
    </dgm:pt>
    <dgm:pt modelId="{ECCB33ED-C956-43A4-9E55-9D3671B59A95}" type="pres">
      <dgm:prSet presAssocID="{5BAA9D05-91CE-4944-91FA-B439F7E29BB3}" presName="textRect" presStyleLbl="revTx" presStyleIdx="1" presStyleCnt="5">
        <dgm:presLayoutVars>
          <dgm:chMax val="1"/>
          <dgm:chPref val="1"/>
        </dgm:presLayoutVars>
      </dgm:prSet>
      <dgm:spPr/>
    </dgm:pt>
    <dgm:pt modelId="{9561E806-8A8F-4CB1-978E-E381A00A645E}" type="pres">
      <dgm:prSet presAssocID="{AD424CCE-5187-48DB-A929-1C537C5F99B2}" presName="sibTrans" presStyleCnt="0"/>
      <dgm:spPr/>
    </dgm:pt>
    <dgm:pt modelId="{042D4402-0888-4885-9F8B-30B478B00BF5}" type="pres">
      <dgm:prSet presAssocID="{F34748E6-2D0E-4341-861C-F2F2E3461A53}" presName="compNode" presStyleCnt="0"/>
      <dgm:spPr/>
    </dgm:pt>
    <dgm:pt modelId="{D83A9C9D-B7DA-40FC-8FEB-FCA92052938C}" type="pres">
      <dgm:prSet presAssocID="{F34748E6-2D0E-4341-861C-F2F2E3461A53}" presName="iconBgRect" presStyleLbl="bgShp" presStyleIdx="2" presStyleCnt="5"/>
      <dgm:spPr/>
    </dgm:pt>
    <dgm:pt modelId="{F003E511-1BD1-41D1-8425-187870C598CC}" type="pres">
      <dgm:prSet presAssocID="{F34748E6-2D0E-4341-861C-F2F2E3461A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e"/>
        </a:ext>
      </dgm:extLst>
    </dgm:pt>
    <dgm:pt modelId="{5CCED27A-0D5A-4C8B-9D6B-C6D1CD5C7601}" type="pres">
      <dgm:prSet presAssocID="{F34748E6-2D0E-4341-861C-F2F2E3461A53}" presName="spaceRect" presStyleCnt="0"/>
      <dgm:spPr/>
    </dgm:pt>
    <dgm:pt modelId="{92964ED2-B18A-4E91-8A4F-66899783CEFB}" type="pres">
      <dgm:prSet presAssocID="{F34748E6-2D0E-4341-861C-F2F2E3461A53}" presName="textRect" presStyleLbl="revTx" presStyleIdx="2" presStyleCnt="5">
        <dgm:presLayoutVars>
          <dgm:chMax val="1"/>
          <dgm:chPref val="1"/>
        </dgm:presLayoutVars>
      </dgm:prSet>
      <dgm:spPr/>
    </dgm:pt>
    <dgm:pt modelId="{05028A7A-89C7-4A6D-A804-091B626FEA08}" type="pres">
      <dgm:prSet presAssocID="{DAE1148E-A8DA-4325-A7F1-AF6E6A843A0B}" presName="sibTrans" presStyleCnt="0"/>
      <dgm:spPr/>
    </dgm:pt>
    <dgm:pt modelId="{0C72787B-C445-4980-861B-396B17536E1B}" type="pres">
      <dgm:prSet presAssocID="{C12EA712-3DEC-4FFD-B7FE-A23435A7D62D}" presName="compNode" presStyleCnt="0"/>
      <dgm:spPr/>
    </dgm:pt>
    <dgm:pt modelId="{55D28711-AA41-4318-968B-F99CC1B5B60B}" type="pres">
      <dgm:prSet presAssocID="{C12EA712-3DEC-4FFD-B7FE-A23435A7D62D}" presName="iconBgRect" presStyleLbl="bgShp" presStyleIdx="3" presStyleCnt="5"/>
      <dgm:spPr/>
    </dgm:pt>
    <dgm:pt modelId="{CFC4FE3E-877A-4782-B7DD-5809BA20470A}" type="pres">
      <dgm:prSet presAssocID="{C12EA712-3DEC-4FFD-B7FE-A23435A7D62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ecine"/>
        </a:ext>
      </dgm:extLst>
    </dgm:pt>
    <dgm:pt modelId="{905F7EC6-3048-49C6-839E-DD35FAADF186}" type="pres">
      <dgm:prSet presAssocID="{C12EA712-3DEC-4FFD-B7FE-A23435A7D62D}" presName="spaceRect" presStyleCnt="0"/>
      <dgm:spPr/>
    </dgm:pt>
    <dgm:pt modelId="{C4E6326E-7F41-4B11-BEB8-6FCC86981296}" type="pres">
      <dgm:prSet presAssocID="{C12EA712-3DEC-4FFD-B7FE-A23435A7D62D}" presName="textRect" presStyleLbl="revTx" presStyleIdx="3" presStyleCnt="5">
        <dgm:presLayoutVars>
          <dgm:chMax val="1"/>
          <dgm:chPref val="1"/>
        </dgm:presLayoutVars>
      </dgm:prSet>
      <dgm:spPr/>
    </dgm:pt>
    <dgm:pt modelId="{AD992A47-B735-4340-8BE5-E4504F07D153}" type="pres">
      <dgm:prSet presAssocID="{FD7949A2-6104-455E-8727-910D0064F692}" presName="sibTrans" presStyleCnt="0"/>
      <dgm:spPr/>
    </dgm:pt>
    <dgm:pt modelId="{EB1B5E65-C8C4-42E6-A37F-EE910DD5D730}" type="pres">
      <dgm:prSet presAssocID="{493A856A-C74E-4FCE-B25F-E6E13B71EC31}" presName="compNode" presStyleCnt="0"/>
      <dgm:spPr/>
    </dgm:pt>
    <dgm:pt modelId="{000CF34A-AE8A-47F4-BE70-1BE34E5B6C73}" type="pres">
      <dgm:prSet presAssocID="{493A856A-C74E-4FCE-B25F-E6E13B71EC31}" presName="iconBgRect" presStyleLbl="bgShp" presStyleIdx="4" presStyleCnt="5"/>
      <dgm:spPr/>
    </dgm:pt>
    <dgm:pt modelId="{CD9347DB-5766-412C-AE97-0AD1EE64643D}" type="pres">
      <dgm:prSet presAssocID="{493A856A-C74E-4FCE-B25F-E6E13B71EC3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cone"/>
        </a:ext>
      </dgm:extLst>
    </dgm:pt>
    <dgm:pt modelId="{8D501A70-871C-4DB7-ADFC-DACFAF8910A2}" type="pres">
      <dgm:prSet presAssocID="{493A856A-C74E-4FCE-B25F-E6E13B71EC31}" presName="spaceRect" presStyleCnt="0"/>
      <dgm:spPr/>
    </dgm:pt>
    <dgm:pt modelId="{950E5395-9CC1-4FBE-9E3D-DC120BCB5091}" type="pres">
      <dgm:prSet presAssocID="{493A856A-C74E-4FCE-B25F-E6E13B71EC3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8C7A210-27A2-47EF-9E56-4827D85E78FF}" type="presOf" srcId="{F34748E6-2D0E-4341-861C-F2F2E3461A53}" destId="{92964ED2-B18A-4E91-8A4F-66899783CEFB}" srcOrd="0" destOrd="0" presId="urn:microsoft.com/office/officeart/2018/5/layout/IconCircleLabelList"/>
    <dgm:cxn modelId="{930C2F3A-2F36-4358-BAC3-F601879F8DC1}" type="presOf" srcId="{5BAA9D05-91CE-4944-91FA-B439F7E29BB3}" destId="{ECCB33ED-C956-43A4-9E55-9D3671B59A95}" srcOrd="0" destOrd="0" presId="urn:microsoft.com/office/officeart/2018/5/layout/IconCircleLabelList"/>
    <dgm:cxn modelId="{B6BE5C40-079D-4242-9655-0353E3EAA7D5}" srcId="{2ECD3E34-9BE6-4414-95A1-E2DC8F137E57}" destId="{5675F366-225F-4123-9C43-AD95A028229B}" srcOrd="0" destOrd="0" parTransId="{C68560BE-D0A8-431B-B8C1-6637E69DFC4B}" sibTransId="{031474EF-2E45-4ABD-9808-AD79F1329E18}"/>
    <dgm:cxn modelId="{07613343-E33C-4827-9306-238E211CE593}" type="presOf" srcId="{C12EA712-3DEC-4FFD-B7FE-A23435A7D62D}" destId="{C4E6326E-7F41-4B11-BEB8-6FCC86981296}" srcOrd="0" destOrd="0" presId="urn:microsoft.com/office/officeart/2018/5/layout/IconCircleLabelList"/>
    <dgm:cxn modelId="{6F5F254B-E07B-4E03-82AB-2B1C4B5D4BE8}" srcId="{2ECD3E34-9BE6-4414-95A1-E2DC8F137E57}" destId="{C12EA712-3DEC-4FFD-B7FE-A23435A7D62D}" srcOrd="3" destOrd="0" parTransId="{FF05DF6F-041D-4D4D-809C-44994D212011}" sibTransId="{FD7949A2-6104-455E-8727-910D0064F692}"/>
    <dgm:cxn modelId="{75D7B16C-3CF9-4705-A4E8-ADAEEAE4FA2B}" srcId="{2ECD3E34-9BE6-4414-95A1-E2DC8F137E57}" destId="{F34748E6-2D0E-4341-861C-F2F2E3461A53}" srcOrd="2" destOrd="0" parTransId="{FCFA500A-AC08-4B92-ADDD-74C0012D20DC}" sibTransId="{DAE1148E-A8DA-4325-A7F1-AF6E6A843A0B}"/>
    <dgm:cxn modelId="{B2C3E49C-6343-4456-956E-CEEDCC1A1A17}" srcId="{2ECD3E34-9BE6-4414-95A1-E2DC8F137E57}" destId="{5BAA9D05-91CE-4944-91FA-B439F7E29BB3}" srcOrd="1" destOrd="0" parTransId="{6AECC98D-3425-495A-A6EA-A77F67ADA065}" sibTransId="{AD424CCE-5187-48DB-A929-1C537C5F99B2}"/>
    <dgm:cxn modelId="{C7ECD1B4-E4E8-41B6-9F2E-8B81AE86184D}" type="presOf" srcId="{2ECD3E34-9BE6-4414-95A1-E2DC8F137E57}" destId="{60B4103F-A829-43A6-A294-A7AA0320B760}" srcOrd="0" destOrd="0" presId="urn:microsoft.com/office/officeart/2018/5/layout/IconCircleLabelList"/>
    <dgm:cxn modelId="{B48C53E1-EB2F-4B24-9414-00CFB3A575DE}" type="presOf" srcId="{493A856A-C74E-4FCE-B25F-E6E13B71EC31}" destId="{950E5395-9CC1-4FBE-9E3D-DC120BCB5091}" srcOrd="0" destOrd="0" presId="urn:microsoft.com/office/officeart/2018/5/layout/IconCircleLabelList"/>
    <dgm:cxn modelId="{573F9CF1-039F-471E-9057-1D2F792A0E75}" srcId="{2ECD3E34-9BE6-4414-95A1-E2DC8F137E57}" destId="{493A856A-C74E-4FCE-B25F-E6E13B71EC31}" srcOrd="4" destOrd="0" parTransId="{AADABC47-10A6-464F-BFE3-BEF07A61ADF0}" sibTransId="{8D3B0BC4-A235-4E60-AB6C-C02EDBEB3F34}"/>
    <dgm:cxn modelId="{B91D1FFF-5E21-46D0-BAA8-4CEE7FAECE5A}" type="presOf" srcId="{5675F366-225F-4123-9C43-AD95A028229B}" destId="{34856D9A-287F-44D5-8E3F-311CC904199E}" srcOrd="0" destOrd="0" presId="urn:microsoft.com/office/officeart/2018/5/layout/IconCircleLabelList"/>
    <dgm:cxn modelId="{916BE62A-241B-45CB-A048-823C36DD2F4C}" type="presParOf" srcId="{60B4103F-A829-43A6-A294-A7AA0320B760}" destId="{B6C96335-68D3-4D66-A51B-47C8721FD7F7}" srcOrd="0" destOrd="0" presId="urn:microsoft.com/office/officeart/2018/5/layout/IconCircleLabelList"/>
    <dgm:cxn modelId="{54302AD9-7F28-410F-AD1A-7274B7182435}" type="presParOf" srcId="{B6C96335-68D3-4D66-A51B-47C8721FD7F7}" destId="{790B348A-0A04-4A11-AC87-E9E7FC7B2662}" srcOrd="0" destOrd="0" presId="urn:microsoft.com/office/officeart/2018/5/layout/IconCircleLabelList"/>
    <dgm:cxn modelId="{97761641-6239-4323-8F27-4A722FB5A5BB}" type="presParOf" srcId="{B6C96335-68D3-4D66-A51B-47C8721FD7F7}" destId="{DEF0C020-0ACC-4248-8443-0C23BE35CE31}" srcOrd="1" destOrd="0" presId="urn:microsoft.com/office/officeart/2018/5/layout/IconCircleLabelList"/>
    <dgm:cxn modelId="{9A0B8A03-AF27-4F2F-A0AC-A87B41A62A46}" type="presParOf" srcId="{B6C96335-68D3-4D66-A51B-47C8721FD7F7}" destId="{46B9BCBF-3167-4B8A-85E5-EDD350AD3C2D}" srcOrd="2" destOrd="0" presId="urn:microsoft.com/office/officeart/2018/5/layout/IconCircleLabelList"/>
    <dgm:cxn modelId="{1C6D5121-356E-4199-9197-C495C0A96638}" type="presParOf" srcId="{B6C96335-68D3-4D66-A51B-47C8721FD7F7}" destId="{34856D9A-287F-44D5-8E3F-311CC904199E}" srcOrd="3" destOrd="0" presId="urn:microsoft.com/office/officeart/2018/5/layout/IconCircleLabelList"/>
    <dgm:cxn modelId="{3F5F342F-18ED-4C68-846D-F1BF4F18B485}" type="presParOf" srcId="{60B4103F-A829-43A6-A294-A7AA0320B760}" destId="{AD0D64F7-A891-45F6-AFEE-8858F0AB9FBC}" srcOrd="1" destOrd="0" presId="urn:microsoft.com/office/officeart/2018/5/layout/IconCircleLabelList"/>
    <dgm:cxn modelId="{5FEDF07A-D087-407E-8CD2-4908784A2928}" type="presParOf" srcId="{60B4103F-A829-43A6-A294-A7AA0320B760}" destId="{516B4058-2A5D-47CA-8B29-7E3B804760A3}" srcOrd="2" destOrd="0" presId="urn:microsoft.com/office/officeart/2018/5/layout/IconCircleLabelList"/>
    <dgm:cxn modelId="{C3904D9E-9F27-4094-9438-0C21851AAE80}" type="presParOf" srcId="{516B4058-2A5D-47CA-8B29-7E3B804760A3}" destId="{B3DED808-A7A3-490A-8A36-C76EEA5647D2}" srcOrd="0" destOrd="0" presId="urn:microsoft.com/office/officeart/2018/5/layout/IconCircleLabelList"/>
    <dgm:cxn modelId="{E8EF6ADE-B063-4938-A646-28CC7F950730}" type="presParOf" srcId="{516B4058-2A5D-47CA-8B29-7E3B804760A3}" destId="{D10226B7-7CFD-49E5-8C3B-29CF6A2D12AC}" srcOrd="1" destOrd="0" presId="urn:microsoft.com/office/officeart/2018/5/layout/IconCircleLabelList"/>
    <dgm:cxn modelId="{C2F9ED5E-433D-487D-916C-D3DC08778513}" type="presParOf" srcId="{516B4058-2A5D-47CA-8B29-7E3B804760A3}" destId="{89A9EDB0-9331-47E0-9727-BB26883E5D4F}" srcOrd="2" destOrd="0" presId="urn:microsoft.com/office/officeart/2018/5/layout/IconCircleLabelList"/>
    <dgm:cxn modelId="{45957EBA-9B15-4ED1-9B1D-8E6A46E64477}" type="presParOf" srcId="{516B4058-2A5D-47CA-8B29-7E3B804760A3}" destId="{ECCB33ED-C956-43A4-9E55-9D3671B59A95}" srcOrd="3" destOrd="0" presId="urn:microsoft.com/office/officeart/2018/5/layout/IconCircleLabelList"/>
    <dgm:cxn modelId="{6CCBBA26-0BFF-48B8-9A64-B015FA8F2168}" type="presParOf" srcId="{60B4103F-A829-43A6-A294-A7AA0320B760}" destId="{9561E806-8A8F-4CB1-978E-E381A00A645E}" srcOrd="3" destOrd="0" presId="urn:microsoft.com/office/officeart/2018/5/layout/IconCircleLabelList"/>
    <dgm:cxn modelId="{4016223C-1EE8-4DD2-9739-3ADB4D1B6BA4}" type="presParOf" srcId="{60B4103F-A829-43A6-A294-A7AA0320B760}" destId="{042D4402-0888-4885-9F8B-30B478B00BF5}" srcOrd="4" destOrd="0" presId="urn:microsoft.com/office/officeart/2018/5/layout/IconCircleLabelList"/>
    <dgm:cxn modelId="{DF03E04F-4A99-447A-B6CD-86CD265330BD}" type="presParOf" srcId="{042D4402-0888-4885-9F8B-30B478B00BF5}" destId="{D83A9C9D-B7DA-40FC-8FEB-FCA92052938C}" srcOrd="0" destOrd="0" presId="urn:microsoft.com/office/officeart/2018/5/layout/IconCircleLabelList"/>
    <dgm:cxn modelId="{29320420-3077-4876-AC5E-196D3F75A253}" type="presParOf" srcId="{042D4402-0888-4885-9F8B-30B478B00BF5}" destId="{F003E511-1BD1-41D1-8425-187870C598CC}" srcOrd="1" destOrd="0" presId="urn:microsoft.com/office/officeart/2018/5/layout/IconCircleLabelList"/>
    <dgm:cxn modelId="{AC30193C-5738-4E28-AE79-F7F504A9F300}" type="presParOf" srcId="{042D4402-0888-4885-9F8B-30B478B00BF5}" destId="{5CCED27A-0D5A-4C8B-9D6B-C6D1CD5C7601}" srcOrd="2" destOrd="0" presId="urn:microsoft.com/office/officeart/2018/5/layout/IconCircleLabelList"/>
    <dgm:cxn modelId="{40C7C0C3-8C50-4686-8769-7A42A88B5A31}" type="presParOf" srcId="{042D4402-0888-4885-9F8B-30B478B00BF5}" destId="{92964ED2-B18A-4E91-8A4F-66899783CEFB}" srcOrd="3" destOrd="0" presId="urn:microsoft.com/office/officeart/2018/5/layout/IconCircleLabelList"/>
    <dgm:cxn modelId="{C70C961A-E72C-4714-9729-D4AD6E11FDFA}" type="presParOf" srcId="{60B4103F-A829-43A6-A294-A7AA0320B760}" destId="{05028A7A-89C7-4A6D-A804-091B626FEA08}" srcOrd="5" destOrd="0" presId="urn:microsoft.com/office/officeart/2018/5/layout/IconCircleLabelList"/>
    <dgm:cxn modelId="{E9940053-5D0D-46C1-9CBD-10A159AC290F}" type="presParOf" srcId="{60B4103F-A829-43A6-A294-A7AA0320B760}" destId="{0C72787B-C445-4980-861B-396B17536E1B}" srcOrd="6" destOrd="0" presId="urn:microsoft.com/office/officeart/2018/5/layout/IconCircleLabelList"/>
    <dgm:cxn modelId="{08799898-037E-4389-A1E7-114DAE610254}" type="presParOf" srcId="{0C72787B-C445-4980-861B-396B17536E1B}" destId="{55D28711-AA41-4318-968B-F99CC1B5B60B}" srcOrd="0" destOrd="0" presId="urn:microsoft.com/office/officeart/2018/5/layout/IconCircleLabelList"/>
    <dgm:cxn modelId="{6911BC7D-3300-45CB-9179-A5846C38FCBD}" type="presParOf" srcId="{0C72787B-C445-4980-861B-396B17536E1B}" destId="{CFC4FE3E-877A-4782-B7DD-5809BA20470A}" srcOrd="1" destOrd="0" presId="urn:microsoft.com/office/officeart/2018/5/layout/IconCircleLabelList"/>
    <dgm:cxn modelId="{0ECE955D-8A8C-45C8-84B4-ECD195CD4DEF}" type="presParOf" srcId="{0C72787B-C445-4980-861B-396B17536E1B}" destId="{905F7EC6-3048-49C6-839E-DD35FAADF186}" srcOrd="2" destOrd="0" presId="urn:microsoft.com/office/officeart/2018/5/layout/IconCircleLabelList"/>
    <dgm:cxn modelId="{AA5A01A3-8611-41E2-B9EF-902E3C646B94}" type="presParOf" srcId="{0C72787B-C445-4980-861B-396B17536E1B}" destId="{C4E6326E-7F41-4B11-BEB8-6FCC86981296}" srcOrd="3" destOrd="0" presId="urn:microsoft.com/office/officeart/2018/5/layout/IconCircleLabelList"/>
    <dgm:cxn modelId="{0E9912BB-374D-4C83-8C81-918511DD23D9}" type="presParOf" srcId="{60B4103F-A829-43A6-A294-A7AA0320B760}" destId="{AD992A47-B735-4340-8BE5-E4504F07D153}" srcOrd="7" destOrd="0" presId="urn:microsoft.com/office/officeart/2018/5/layout/IconCircleLabelList"/>
    <dgm:cxn modelId="{086D6D20-A5CC-44B1-ADC4-BACC62B537DE}" type="presParOf" srcId="{60B4103F-A829-43A6-A294-A7AA0320B760}" destId="{EB1B5E65-C8C4-42E6-A37F-EE910DD5D730}" srcOrd="8" destOrd="0" presId="urn:microsoft.com/office/officeart/2018/5/layout/IconCircleLabelList"/>
    <dgm:cxn modelId="{E272DAE9-DE39-47D9-A2BF-C142A4654186}" type="presParOf" srcId="{EB1B5E65-C8C4-42E6-A37F-EE910DD5D730}" destId="{000CF34A-AE8A-47F4-BE70-1BE34E5B6C73}" srcOrd="0" destOrd="0" presId="urn:microsoft.com/office/officeart/2018/5/layout/IconCircleLabelList"/>
    <dgm:cxn modelId="{3908487E-32B8-46B2-97BD-F215F0396C7D}" type="presParOf" srcId="{EB1B5E65-C8C4-42E6-A37F-EE910DD5D730}" destId="{CD9347DB-5766-412C-AE97-0AD1EE64643D}" srcOrd="1" destOrd="0" presId="urn:microsoft.com/office/officeart/2018/5/layout/IconCircleLabelList"/>
    <dgm:cxn modelId="{AB87B709-83F0-48FA-BEC8-CDA6B8933CC8}" type="presParOf" srcId="{EB1B5E65-C8C4-42E6-A37F-EE910DD5D730}" destId="{8D501A70-871C-4DB7-ADFC-DACFAF8910A2}" srcOrd="2" destOrd="0" presId="urn:microsoft.com/office/officeart/2018/5/layout/IconCircleLabelList"/>
    <dgm:cxn modelId="{75DF0752-4BE4-4EBA-AE5B-55707818716B}" type="presParOf" srcId="{EB1B5E65-C8C4-42E6-A37F-EE910DD5D730}" destId="{950E5395-9CC1-4FBE-9E3D-DC120BCB50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BAAD82-09FE-41EB-B62C-6E38024C7B5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236940-DAC7-4285-A04E-F56A3A905D94}">
      <dgm:prSet/>
      <dgm:spPr/>
      <dgm:t>
        <a:bodyPr/>
        <a:lstStyle/>
        <a:p>
          <a:r>
            <a:rPr lang="en-US" b="0" i="0"/>
            <a:t>Conversion non conforme pour certains fichiers → tests &amp; validation PDF/A.</a:t>
          </a:r>
          <a:endParaRPr lang="en-US"/>
        </a:p>
      </dgm:t>
    </dgm:pt>
    <dgm:pt modelId="{8AC2136A-962F-4C93-8B6B-1C6B437A58F5}" type="parTrans" cxnId="{D61A73B8-0984-48FF-98D5-22628702B0AD}">
      <dgm:prSet/>
      <dgm:spPr/>
      <dgm:t>
        <a:bodyPr/>
        <a:lstStyle/>
        <a:p>
          <a:endParaRPr lang="en-US"/>
        </a:p>
      </dgm:t>
    </dgm:pt>
    <dgm:pt modelId="{BB79BDC8-BE25-40BC-8B01-6D488BD47112}" type="sibTrans" cxnId="{D61A73B8-0984-48FF-98D5-22628702B0AD}">
      <dgm:prSet/>
      <dgm:spPr/>
      <dgm:t>
        <a:bodyPr/>
        <a:lstStyle/>
        <a:p>
          <a:endParaRPr lang="en-US"/>
        </a:p>
      </dgm:t>
    </dgm:pt>
    <dgm:pt modelId="{66D4C6F3-7A46-4C7A-BAF9-52AC865013C3}">
      <dgm:prSet/>
      <dgm:spPr/>
      <dgm:t>
        <a:bodyPr/>
        <a:lstStyle/>
        <a:p>
          <a:r>
            <a:rPr lang="en-US" b="0" i="0"/>
            <a:t>Indisponibilité licence → clé de secours &amp; contrat fournisseur.</a:t>
          </a:r>
          <a:endParaRPr lang="en-US"/>
        </a:p>
      </dgm:t>
    </dgm:pt>
    <dgm:pt modelId="{607BD0FF-9609-4D6A-AB82-DA54C1988B15}" type="parTrans" cxnId="{F0D45B96-5E68-4A90-B0DE-8322F7372EFE}">
      <dgm:prSet/>
      <dgm:spPr/>
      <dgm:t>
        <a:bodyPr/>
        <a:lstStyle/>
        <a:p>
          <a:endParaRPr lang="en-US"/>
        </a:p>
      </dgm:t>
    </dgm:pt>
    <dgm:pt modelId="{A7B90F30-403D-4E4B-8881-F3F81154FB46}" type="sibTrans" cxnId="{F0D45B96-5E68-4A90-B0DE-8322F7372EFE}">
      <dgm:prSet/>
      <dgm:spPr/>
      <dgm:t>
        <a:bodyPr/>
        <a:lstStyle/>
        <a:p>
          <a:endParaRPr lang="en-US"/>
        </a:p>
      </dgm:t>
    </dgm:pt>
    <dgm:pt modelId="{E0A8C3C8-6F9D-49C7-9B3B-13F8CCA7ADB0}">
      <dgm:prSet/>
      <dgm:spPr/>
      <dgm:t>
        <a:bodyPr/>
        <a:lstStyle/>
        <a:p>
          <a:r>
            <a:rPr lang="en-US" b="0" i="0"/>
            <a:t>Problèmes de performance → tests de charge et montée en charge progressive.</a:t>
          </a:r>
          <a:endParaRPr lang="en-US"/>
        </a:p>
      </dgm:t>
    </dgm:pt>
    <dgm:pt modelId="{AA155BF4-359D-4EAD-A79D-59A39E7E7072}" type="parTrans" cxnId="{67407E18-50D7-4A75-8001-5FA25EF75351}">
      <dgm:prSet/>
      <dgm:spPr/>
      <dgm:t>
        <a:bodyPr/>
        <a:lstStyle/>
        <a:p>
          <a:endParaRPr lang="en-US"/>
        </a:p>
      </dgm:t>
    </dgm:pt>
    <dgm:pt modelId="{EBDC5F57-5C46-491C-AD18-47333DC70876}" type="sibTrans" cxnId="{67407E18-50D7-4A75-8001-5FA25EF75351}">
      <dgm:prSet/>
      <dgm:spPr/>
      <dgm:t>
        <a:bodyPr/>
        <a:lstStyle/>
        <a:p>
          <a:endParaRPr lang="en-US"/>
        </a:p>
      </dgm:t>
    </dgm:pt>
    <dgm:pt modelId="{8B75CE3C-1EAE-4337-9540-800EF22D87D6}">
      <dgm:prSet/>
      <dgm:spPr/>
      <dgm:t>
        <a:bodyPr/>
        <a:lstStyle/>
        <a:p>
          <a:r>
            <a:rPr lang="en-US" b="0" i="0"/>
            <a:t>Fuite de clé → stocker dans vault et accès restreint.</a:t>
          </a:r>
          <a:endParaRPr lang="en-US"/>
        </a:p>
      </dgm:t>
    </dgm:pt>
    <dgm:pt modelId="{A7498553-90A7-4C4B-96C8-974E75139836}" type="parTrans" cxnId="{717F55DB-CFEF-4E43-8C98-6C3F2C613137}">
      <dgm:prSet/>
      <dgm:spPr/>
      <dgm:t>
        <a:bodyPr/>
        <a:lstStyle/>
        <a:p>
          <a:endParaRPr lang="en-US"/>
        </a:p>
      </dgm:t>
    </dgm:pt>
    <dgm:pt modelId="{295E3ECB-F91C-4C90-82FD-C463DC71EEDE}" type="sibTrans" cxnId="{717F55DB-CFEF-4E43-8C98-6C3F2C613137}">
      <dgm:prSet/>
      <dgm:spPr/>
      <dgm:t>
        <a:bodyPr/>
        <a:lstStyle/>
        <a:p>
          <a:endParaRPr lang="en-US"/>
        </a:p>
      </dgm:t>
    </dgm:pt>
    <dgm:pt modelId="{E39A2051-66DE-F049-AA8A-A91D9E28846B}" type="pres">
      <dgm:prSet presAssocID="{53BAAD82-09FE-41EB-B62C-6E38024C7B5B}" presName="matrix" presStyleCnt="0">
        <dgm:presLayoutVars>
          <dgm:chMax val="1"/>
          <dgm:dir/>
          <dgm:resizeHandles val="exact"/>
        </dgm:presLayoutVars>
      </dgm:prSet>
      <dgm:spPr/>
    </dgm:pt>
    <dgm:pt modelId="{B0BBA0AB-5E5A-2944-8676-8D8506FFF457}" type="pres">
      <dgm:prSet presAssocID="{53BAAD82-09FE-41EB-B62C-6E38024C7B5B}" presName="diamond" presStyleLbl="bgShp" presStyleIdx="0" presStyleCnt="1"/>
      <dgm:spPr/>
    </dgm:pt>
    <dgm:pt modelId="{BBC77CB9-014F-7945-8F2C-85B6D1D39E42}" type="pres">
      <dgm:prSet presAssocID="{53BAAD82-09FE-41EB-B62C-6E38024C7B5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DB70D85-6140-4141-9798-EF0F23ED8640}" type="pres">
      <dgm:prSet presAssocID="{53BAAD82-09FE-41EB-B62C-6E38024C7B5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1B82571-AF04-7F4F-8816-C76F0D2A6238}" type="pres">
      <dgm:prSet presAssocID="{53BAAD82-09FE-41EB-B62C-6E38024C7B5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B900437-C5EC-8749-8CD4-CC1C09BAE401}" type="pres">
      <dgm:prSet presAssocID="{53BAAD82-09FE-41EB-B62C-6E38024C7B5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E65706-BCF1-3B4F-AFC2-987C1505BB9B}" type="presOf" srcId="{E0A8C3C8-6F9D-49C7-9B3B-13F8CCA7ADB0}" destId="{91B82571-AF04-7F4F-8816-C76F0D2A6238}" srcOrd="0" destOrd="0" presId="urn:microsoft.com/office/officeart/2005/8/layout/matrix3"/>
    <dgm:cxn modelId="{67407E18-50D7-4A75-8001-5FA25EF75351}" srcId="{53BAAD82-09FE-41EB-B62C-6E38024C7B5B}" destId="{E0A8C3C8-6F9D-49C7-9B3B-13F8CCA7ADB0}" srcOrd="2" destOrd="0" parTransId="{AA155BF4-359D-4EAD-A79D-59A39E7E7072}" sibTransId="{EBDC5F57-5C46-491C-AD18-47333DC70876}"/>
    <dgm:cxn modelId="{D6290A4A-3403-6142-8CC7-1A10C4A67C76}" type="presOf" srcId="{8B75CE3C-1EAE-4337-9540-800EF22D87D6}" destId="{BB900437-C5EC-8749-8CD4-CC1C09BAE401}" srcOrd="0" destOrd="0" presId="urn:microsoft.com/office/officeart/2005/8/layout/matrix3"/>
    <dgm:cxn modelId="{407EC05F-BF31-5243-8D62-C9B84C4A0313}" type="presOf" srcId="{66D4C6F3-7A46-4C7A-BAF9-52AC865013C3}" destId="{BDB70D85-6140-4141-9798-EF0F23ED8640}" srcOrd="0" destOrd="0" presId="urn:microsoft.com/office/officeart/2005/8/layout/matrix3"/>
    <dgm:cxn modelId="{F0D45B96-5E68-4A90-B0DE-8322F7372EFE}" srcId="{53BAAD82-09FE-41EB-B62C-6E38024C7B5B}" destId="{66D4C6F3-7A46-4C7A-BAF9-52AC865013C3}" srcOrd="1" destOrd="0" parTransId="{607BD0FF-9609-4D6A-AB82-DA54C1988B15}" sibTransId="{A7B90F30-403D-4E4B-8881-F3F81154FB46}"/>
    <dgm:cxn modelId="{D61A73B8-0984-48FF-98D5-22628702B0AD}" srcId="{53BAAD82-09FE-41EB-B62C-6E38024C7B5B}" destId="{C6236940-DAC7-4285-A04E-F56A3A905D94}" srcOrd="0" destOrd="0" parTransId="{8AC2136A-962F-4C93-8B6B-1C6B437A58F5}" sibTransId="{BB79BDC8-BE25-40BC-8B01-6D488BD47112}"/>
    <dgm:cxn modelId="{5663ADD7-62BA-B949-94C6-70FB986BC3C7}" type="presOf" srcId="{C6236940-DAC7-4285-A04E-F56A3A905D94}" destId="{BBC77CB9-014F-7945-8F2C-85B6D1D39E42}" srcOrd="0" destOrd="0" presId="urn:microsoft.com/office/officeart/2005/8/layout/matrix3"/>
    <dgm:cxn modelId="{717F55DB-CFEF-4E43-8C98-6C3F2C613137}" srcId="{53BAAD82-09FE-41EB-B62C-6E38024C7B5B}" destId="{8B75CE3C-1EAE-4337-9540-800EF22D87D6}" srcOrd="3" destOrd="0" parTransId="{A7498553-90A7-4C4B-96C8-974E75139836}" sibTransId="{295E3ECB-F91C-4C90-82FD-C463DC71EEDE}"/>
    <dgm:cxn modelId="{A3ADA2DB-6775-4542-BC48-984CB7F8AAE9}" type="presOf" srcId="{53BAAD82-09FE-41EB-B62C-6E38024C7B5B}" destId="{E39A2051-66DE-F049-AA8A-A91D9E28846B}" srcOrd="0" destOrd="0" presId="urn:microsoft.com/office/officeart/2005/8/layout/matrix3"/>
    <dgm:cxn modelId="{1DB2E28F-7714-1F4B-B2E6-48CB5D466B6A}" type="presParOf" srcId="{E39A2051-66DE-F049-AA8A-A91D9E28846B}" destId="{B0BBA0AB-5E5A-2944-8676-8D8506FFF457}" srcOrd="0" destOrd="0" presId="urn:microsoft.com/office/officeart/2005/8/layout/matrix3"/>
    <dgm:cxn modelId="{00C7BF77-83C6-9341-9268-1B75B217D035}" type="presParOf" srcId="{E39A2051-66DE-F049-AA8A-A91D9E28846B}" destId="{BBC77CB9-014F-7945-8F2C-85B6D1D39E42}" srcOrd="1" destOrd="0" presId="urn:microsoft.com/office/officeart/2005/8/layout/matrix3"/>
    <dgm:cxn modelId="{224FBF9E-6C64-C54E-933E-AF631B14D943}" type="presParOf" srcId="{E39A2051-66DE-F049-AA8A-A91D9E28846B}" destId="{BDB70D85-6140-4141-9798-EF0F23ED8640}" srcOrd="2" destOrd="0" presId="urn:microsoft.com/office/officeart/2005/8/layout/matrix3"/>
    <dgm:cxn modelId="{DF46AAC6-CAD2-7848-AB3D-07A4ED6A28B1}" type="presParOf" srcId="{E39A2051-66DE-F049-AA8A-A91D9E28846B}" destId="{91B82571-AF04-7F4F-8816-C76F0D2A6238}" srcOrd="3" destOrd="0" presId="urn:microsoft.com/office/officeart/2005/8/layout/matrix3"/>
    <dgm:cxn modelId="{E5F91FFC-C348-5D45-BC23-37719F6975B5}" type="presParOf" srcId="{E39A2051-66DE-F049-AA8A-A91D9E28846B}" destId="{BB900437-C5EC-8749-8CD4-CC1C09BAE40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1352A4-F0BB-4B1C-B45D-0A344D48D3F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77F82FE-DEC3-4E29-9CA7-6E29A6B0C419}">
      <dgm:prSet/>
      <dgm:spPr/>
      <dgm:t>
        <a:bodyPr/>
        <a:lstStyle/>
        <a:p>
          <a:pPr>
            <a:defRPr cap="all"/>
          </a:pPr>
          <a:r>
            <a:rPr lang="en-US" b="0" i="0"/>
            <a:t>Pourquoi : conformité d'archivage, fiabilité, réduction dette technique.</a:t>
          </a:r>
          <a:endParaRPr lang="en-US"/>
        </a:p>
      </dgm:t>
    </dgm:pt>
    <dgm:pt modelId="{FE9D6CE5-8825-41FB-86ED-9BF1FDEF66B2}" type="parTrans" cxnId="{2944F979-D7C6-4F9B-BF99-8039E48835E2}">
      <dgm:prSet/>
      <dgm:spPr/>
      <dgm:t>
        <a:bodyPr/>
        <a:lstStyle/>
        <a:p>
          <a:endParaRPr lang="en-US"/>
        </a:p>
      </dgm:t>
    </dgm:pt>
    <dgm:pt modelId="{F765783B-A835-4785-869C-B7048F88783B}" type="sibTrans" cxnId="{2944F979-D7C6-4F9B-BF99-8039E48835E2}">
      <dgm:prSet/>
      <dgm:spPr/>
      <dgm:t>
        <a:bodyPr/>
        <a:lstStyle/>
        <a:p>
          <a:endParaRPr lang="en-US"/>
        </a:p>
      </dgm:t>
    </dgm:pt>
    <dgm:pt modelId="{CE0DAE5C-7582-4BC4-A777-84AB7895CF68}">
      <dgm:prSet/>
      <dgm:spPr/>
      <dgm:t>
        <a:bodyPr/>
        <a:lstStyle/>
        <a:p>
          <a:pPr>
            <a:defRPr cap="all"/>
          </a:pPr>
          <a:r>
            <a:rPr lang="en-US" b="0" i="0"/>
            <a:t>Bénéfice : PDF/A natif, conversions images → archivables.</a:t>
          </a:r>
          <a:endParaRPr lang="en-US"/>
        </a:p>
      </dgm:t>
    </dgm:pt>
    <dgm:pt modelId="{F67C4D64-4A35-4FDD-AAEA-9039C836DB07}" type="parTrans" cxnId="{A99AD29A-D415-4A37-ACA5-1A43D3D6DB34}">
      <dgm:prSet/>
      <dgm:spPr/>
      <dgm:t>
        <a:bodyPr/>
        <a:lstStyle/>
        <a:p>
          <a:endParaRPr lang="en-US"/>
        </a:p>
      </dgm:t>
    </dgm:pt>
    <dgm:pt modelId="{2BF774BB-D6DE-4E75-BEF2-844A92835442}" type="sibTrans" cxnId="{A99AD29A-D415-4A37-ACA5-1A43D3D6DB34}">
      <dgm:prSet/>
      <dgm:spPr/>
      <dgm:t>
        <a:bodyPr/>
        <a:lstStyle/>
        <a:p>
          <a:endParaRPr lang="en-US"/>
        </a:p>
      </dgm:t>
    </dgm:pt>
    <dgm:pt modelId="{47EB9907-1C71-44BC-8E61-27CFA44CD7A1}">
      <dgm:prSet/>
      <dgm:spPr/>
      <dgm:t>
        <a:bodyPr/>
        <a:lstStyle/>
        <a:p>
          <a:pPr>
            <a:defRPr cap="all"/>
          </a:pPr>
          <a:r>
            <a:rPr lang="en-US" b="0" i="0"/>
            <a:t>Coûts/efforts : gestion licence, tests, adaptation infra.</a:t>
          </a:r>
          <a:endParaRPr lang="en-US"/>
        </a:p>
      </dgm:t>
    </dgm:pt>
    <dgm:pt modelId="{643F317C-668B-4E15-BFEF-4518E862C324}" type="parTrans" cxnId="{D34D0DAD-96DC-4BFF-A0BF-A70D925473FA}">
      <dgm:prSet/>
      <dgm:spPr/>
      <dgm:t>
        <a:bodyPr/>
        <a:lstStyle/>
        <a:p>
          <a:endParaRPr lang="en-US"/>
        </a:p>
      </dgm:t>
    </dgm:pt>
    <dgm:pt modelId="{EFFCBD8D-6634-4D74-B895-DCB81F6BC4E3}" type="sibTrans" cxnId="{D34D0DAD-96DC-4BFF-A0BF-A70D925473FA}">
      <dgm:prSet/>
      <dgm:spPr/>
      <dgm:t>
        <a:bodyPr/>
        <a:lstStyle/>
        <a:p>
          <a:endParaRPr lang="en-US"/>
        </a:p>
      </dgm:t>
    </dgm:pt>
    <dgm:pt modelId="{BA2B5867-70B5-415C-9B58-28369744F636}">
      <dgm:prSet/>
      <dgm:spPr/>
      <dgm:t>
        <a:bodyPr/>
        <a:lstStyle/>
        <a:p>
          <a:pPr>
            <a:defRPr cap="all"/>
          </a:pPr>
          <a:r>
            <a:rPr lang="en-US" b="0" i="0"/>
            <a:t>Proposition : lancer pilote rapide (dev → préprod) avec jeux fournis par PO.</a:t>
          </a:r>
          <a:endParaRPr lang="en-US"/>
        </a:p>
      </dgm:t>
    </dgm:pt>
    <dgm:pt modelId="{30297B31-A518-425A-99CC-E1C354178B7D}" type="parTrans" cxnId="{89A493C9-BD8F-4EF3-99C8-0A76582D7E1E}">
      <dgm:prSet/>
      <dgm:spPr/>
      <dgm:t>
        <a:bodyPr/>
        <a:lstStyle/>
        <a:p>
          <a:endParaRPr lang="en-US"/>
        </a:p>
      </dgm:t>
    </dgm:pt>
    <dgm:pt modelId="{B7222AC0-63E9-4843-917B-388E90263B89}" type="sibTrans" cxnId="{89A493C9-BD8F-4EF3-99C8-0A76582D7E1E}">
      <dgm:prSet/>
      <dgm:spPr/>
      <dgm:t>
        <a:bodyPr/>
        <a:lstStyle/>
        <a:p>
          <a:endParaRPr lang="en-US"/>
        </a:p>
      </dgm:t>
    </dgm:pt>
    <dgm:pt modelId="{3B42FF46-CBC5-4BC3-A930-1068FDB4242C}" type="pres">
      <dgm:prSet presAssocID="{E91352A4-F0BB-4B1C-B45D-0A344D48D3FD}" presName="root" presStyleCnt="0">
        <dgm:presLayoutVars>
          <dgm:dir/>
          <dgm:resizeHandles val="exact"/>
        </dgm:presLayoutVars>
      </dgm:prSet>
      <dgm:spPr/>
    </dgm:pt>
    <dgm:pt modelId="{66DFBA94-450B-4A74-80DE-E0B78FFFDB8C}" type="pres">
      <dgm:prSet presAssocID="{077F82FE-DEC3-4E29-9CA7-6E29A6B0C419}" presName="compNode" presStyleCnt="0"/>
      <dgm:spPr/>
    </dgm:pt>
    <dgm:pt modelId="{6E9097BE-8855-4D8D-BEB2-76FCE25F6C4E}" type="pres">
      <dgm:prSet presAssocID="{077F82FE-DEC3-4E29-9CA7-6E29A6B0C41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0B47A2D-DFDF-40B4-85FC-4F087C91B46B}" type="pres">
      <dgm:prSet presAssocID="{077F82FE-DEC3-4E29-9CA7-6E29A6B0C41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97426A97-B8B5-421B-B480-310FD2DC50E9}" type="pres">
      <dgm:prSet presAssocID="{077F82FE-DEC3-4E29-9CA7-6E29A6B0C419}" presName="spaceRect" presStyleCnt="0"/>
      <dgm:spPr/>
    </dgm:pt>
    <dgm:pt modelId="{FB628F09-5426-4149-9742-D95355E898B4}" type="pres">
      <dgm:prSet presAssocID="{077F82FE-DEC3-4E29-9CA7-6E29A6B0C419}" presName="textRect" presStyleLbl="revTx" presStyleIdx="0" presStyleCnt="4">
        <dgm:presLayoutVars>
          <dgm:chMax val="1"/>
          <dgm:chPref val="1"/>
        </dgm:presLayoutVars>
      </dgm:prSet>
      <dgm:spPr/>
    </dgm:pt>
    <dgm:pt modelId="{D19E35CF-2887-4CEE-8D09-1C95A1B4A8B0}" type="pres">
      <dgm:prSet presAssocID="{F765783B-A835-4785-869C-B7048F88783B}" presName="sibTrans" presStyleCnt="0"/>
      <dgm:spPr/>
    </dgm:pt>
    <dgm:pt modelId="{A41A31EA-76FC-4A1B-80FC-1F2F06AA8389}" type="pres">
      <dgm:prSet presAssocID="{CE0DAE5C-7582-4BC4-A777-84AB7895CF68}" presName="compNode" presStyleCnt="0"/>
      <dgm:spPr/>
    </dgm:pt>
    <dgm:pt modelId="{0F712C7E-0976-4C1E-8FE8-EE9D05BBEE55}" type="pres">
      <dgm:prSet presAssocID="{CE0DAE5C-7582-4BC4-A777-84AB7895CF6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1FC367F-F48F-45BF-BA46-FDD73785C2AC}" type="pres">
      <dgm:prSet presAssocID="{CE0DAE5C-7582-4BC4-A777-84AB7895CF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E3A05E8-F224-4757-BB04-F40D6A4AEFEA}" type="pres">
      <dgm:prSet presAssocID="{CE0DAE5C-7582-4BC4-A777-84AB7895CF68}" presName="spaceRect" presStyleCnt="0"/>
      <dgm:spPr/>
    </dgm:pt>
    <dgm:pt modelId="{B6878AE5-E95F-4299-BE0D-ACCC0A5CE2B9}" type="pres">
      <dgm:prSet presAssocID="{CE0DAE5C-7582-4BC4-A777-84AB7895CF68}" presName="textRect" presStyleLbl="revTx" presStyleIdx="1" presStyleCnt="4">
        <dgm:presLayoutVars>
          <dgm:chMax val="1"/>
          <dgm:chPref val="1"/>
        </dgm:presLayoutVars>
      </dgm:prSet>
      <dgm:spPr/>
    </dgm:pt>
    <dgm:pt modelId="{07A23E82-B460-4B54-ABE0-808679020F80}" type="pres">
      <dgm:prSet presAssocID="{2BF774BB-D6DE-4E75-BEF2-844A92835442}" presName="sibTrans" presStyleCnt="0"/>
      <dgm:spPr/>
    </dgm:pt>
    <dgm:pt modelId="{4E6FF3F2-709C-466E-8295-93B518760DDF}" type="pres">
      <dgm:prSet presAssocID="{47EB9907-1C71-44BC-8E61-27CFA44CD7A1}" presName="compNode" presStyleCnt="0"/>
      <dgm:spPr/>
    </dgm:pt>
    <dgm:pt modelId="{10672EAB-0DFE-4BF1-830E-1FDD67202926}" type="pres">
      <dgm:prSet presAssocID="{47EB9907-1C71-44BC-8E61-27CFA44CD7A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FF149CE-075A-4079-9A23-078A55A1007C}" type="pres">
      <dgm:prSet presAssocID="{47EB9907-1C71-44BC-8E61-27CFA44CD7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12FBA82-2554-4E83-BE38-9305054D90F7}" type="pres">
      <dgm:prSet presAssocID="{47EB9907-1C71-44BC-8E61-27CFA44CD7A1}" presName="spaceRect" presStyleCnt="0"/>
      <dgm:spPr/>
    </dgm:pt>
    <dgm:pt modelId="{06833F5C-17B9-4DD9-9E6E-16F4A702EBE2}" type="pres">
      <dgm:prSet presAssocID="{47EB9907-1C71-44BC-8E61-27CFA44CD7A1}" presName="textRect" presStyleLbl="revTx" presStyleIdx="2" presStyleCnt="4">
        <dgm:presLayoutVars>
          <dgm:chMax val="1"/>
          <dgm:chPref val="1"/>
        </dgm:presLayoutVars>
      </dgm:prSet>
      <dgm:spPr/>
    </dgm:pt>
    <dgm:pt modelId="{92C199F2-605D-4333-A3C0-FFB44AFA5949}" type="pres">
      <dgm:prSet presAssocID="{EFFCBD8D-6634-4D74-B895-DCB81F6BC4E3}" presName="sibTrans" presStyleCnt="0"/>
      <dgm:spPr/>
    </dgm:pt>
    <dgm:pt modelId="{A381719B-6A64-4611-AE45-E11FA289BD93}" type="pres">
      <dgm:prSet presAssocID="{BA2B5867-70B5-415C-9B58-28369744F636}" presName="compNode" presStyleCnt="0"/>
      <dgm:spPr/>
    </dgm:pt>
    <dgm:pt modelId="{2F66EDE3-F75A-4A0F-9523-9CC514C2076C}" type="pres">
      <dgm:prSet presAssocID="{BA2B5867-70B5-415C-9B58-28369744F63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42DAD4D-F562-4831-8662-5F563B24A30E}" type="pres">
      <dgm:prSet presAssocID="{BA2B5867-70B5-415C-9B58-28369744F6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DC30CA6-6A00-47F2-AAC7-36C9352C56EB}" type="pres">
      <dgm:prSet presAssocID="{BA2B5867-70B5-415C-9B58-28369744F636}" presName="spaceRect" presStyleCnt="0"/>
      <dgm:spPr/>
    </dgm:pt>
    <dgm:pt modelId="{C10C5E48-242B-45E0-BEA5-5E5DADD49589}" type="pres">
      <dgm:prSet presAssocID="{BA2B5867-70B5-415C-9B58-28369744F6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4BDD162-EC33-4B4F-B3B8-235900526790}" type="presOf" srcId="{E91352A4-F0BB-4B1C-B45D-0A344D48D3FD}" destId="{3B42FF46-CBC5-4BC3-A930-1068FDB4242C}" srcOrd="0" destOrd="0" presId="urn:microsoft.com/office/officeart/2018/5/layout/IconLeafLabelList"/>
    <dgm:cxn modelId="{2944F979-D7C6-4F9B-BF99-8039E48835E2}" srcId="{E91352A4-F0BB-4B1C-B45D-0A344D48D3FD}" destId="{077F82FE-DEC3-4E29-9CA7-6E29A6B0C419}" srcOrd="0" destOrd="0" parTransId="{FE9D6CE5-8825-41FB-86ED-9BF1FDEF66B2}" sibTransId="{F765783B-A835-4785-869C-B7048F88783B}"/>
    <dgm:cxn modelId="{A9E19194-5C5C-4717-B470-6B98ABDBFB61}" type="presOf" srcId="{077F82FE-DEC3-4E29-9CA7-6E29A6B0C419}" destId="{FB628F09-5426-4149-9742-D95355E898B4}" srcOrd="0" destOrd="0" presId="urn:microsoft.com/office/officeart/2018/5/layout/IconLeafLabelList"/>
    <dgm:cxn modelId="{A99AD29A-D415-4A37-ACA5-1A43D3D6DB34}" srcId="{E91352A4-F0BB-4B1C-B45D-0A344D48D3FD}" destId="{CE0DAE5C-7582-4BC4-A777-84AB7895CF68}" srcOrd="1" destOrd="0" parTransId="{F67C4D64-4A35-4FDD-AAEA-9039C836DB07}" sibTransId="{2BF774BB-D6DE-4E75-BEF2-844A92835442}"/>
    <dgm:cxn modelId="{D34D0DAD-96DC-4BFF-A0BF-A70D925473FA}" srcId="{E91352A4-F0BB-4B1C-B45D-0A344D48D3FD}" destId="{47EB9907-1C71-44BC-8E61-27CFA44CD7A1}" srcOrd="2" destOrd="0" parTransId="{643F317C-668B-4E15-BFEF-4518E862C324}" sibTransId="{EFFCBD8D-6634-4D74-B895-DCB81F6BC4E3}"/>
    <dgm:cxn modelId="{F3B067AE-6C55-4E30-BCDB-9E42789A15C5}" type="presOf" srcId="{47EB9907-1C71-44BC-8E61-27CFA44CD7A1}" destId="{06833F5C-17B9-4DD9-9E6E-16F4A702EBE2}" srcOrd="0" destOrd="0" presId="urn:microsoft.com/office/officeart/2018/5/layout/IconLeafLabelList"/>
    <dgm:cxn modelId="{5FC7E7C7-F4B2-4DEB-A45A-BA10C4063734}" type="presOf" srcId="{CE0DAE5C-7582-4BC4-A777-84AB7895CF68}" destId="{B6878AE5-E95F-4299-BE0D-ACCC0A5CE2B9}" srcOrd="0" destOrd="0" presId="urn:microsoft.com/office/officeart/2018/5/layout/IconLeafLabelList"/>
    <dgm:cxn modelId="{89A493C9-BD8F-4EF3-99C8-0A76582D7E1E}" srcId="{E91352A4-F0BB-4B1C-B45D-0A344D48D3FD}" destId="{BA2B5867-70B5-415C-9B58-28369744F636}" srcOrd="3" destOrd="0" parTransId="{30297B31-A518-425A-99CC-E1C354178B7D}" sibTransId="{B7222AC0-63E9-4843-917B-388E90263B89}"/>
    <dgm:cxn modelId="{432601FF-29F9-403F-AEF6-D4FBB9EFE35F}" type="presOf" srcId="{BA2B5867-70B5-415C-9B58-28369744F636}" destId="{C10C5E48-242B-45E0-BEA5-5E5DADD49589}" srcOrd="0" destOrd="0" presId="urn:microsoft.com/office/officeart/2018/5/layout/IconLeafLabelList"/>
    <dgm:cxn modelId="{1BD8922D-5736-4754-9BAD-FE6E8AF01FD8}" type="presParOf" srcId="{3B42FF46-CBC5-4BC3-A930-1068FDB4242C}" destId="{66DFBA94-450B-4A74-80DE-E0B78FFFDB8C}" srcOrd="0" destOrd="0" presId="urn:microsoft.com/office/officeart/2018/5/layout/IconLeafLabelList"/>
    <dgm:cxn modelId="{A2F0E65F-1EF9-4A7D-9BBF-20D5792FA14E}" type="presParOf" srcId="{66DFBA94-450B-4A74-80DE-E0B78FFFDB8C}" destId="{6E9097BE-8855-4D8D-BEB2-76FCE25F6C4E}" srcOrd="0" destOrd="0" presId="urn:microsoft.com/office/officeart/2018/5/layout/IconLeafLabelList"/>
    <dgm:cxn modelId="{434B2372-221F-494C-AE87-5CDA7A84953E}" type="presParOf" srcId="{66DFBA94-450B-4A74-80DE-E0B78FFFDB8C}" destId="{A0B47A2D-DFDF-40B4-85FC-4F087C91B46B}" srcOrd="1" destOrd="0" presId="urn:microsoft.com/office/officeart/2018/5/layout/IconLeafLabelList"/>
    <dgm:cxn modelId="{388EAEDB-92F2-4BF9-B0FD-D92EC9631B41}" type="presParOf" srcId="{66DFBA94-450B-4A74-80DE-E0B78FFFDB8C}" destId="{97426A97-B8B5-421B-B480-310FD2DC50E9}" srcOrd="2" destOrd="0" presId="urn:microsoft.com/office/officeart/2018/5/layout/IconLeafLabelList"/>
    <dgm:cxn modelId="{4713B9D2-6440-4730-8D16-73E29536698C}" type="presParOf" srcId="{66DFBA94-450B-4A74-80DE-E0B78FFFDB8C}" destId="{FB628F09-5426-4149-9742-D95355E898B4}" srcOrd="3" destOrd="0" presId="urn:microsoft.com/office/officeart/2018/5/layout/IconLeafLabelList"/>
    <dgm:cxn modelId="{FE63DBC5-AD66-4A17-8BF1-101B290E3AF9}" type="presParOf" srcId="{3B42FF46-CBC5-4BC3-A930-1068FDB4242C}" destId="{D19E35CF-2887-4CEE-8D09-1C95A1B4A8B0}" srcOrd="1" destOrd="0" presId="urn:microsoft.com/office/officeart/2018/5/layout/IconLeafLabelList"/>
    <dgm:cxn modelId="{3EE6C738-203C-4E7B-8489-740402EF7B2A}" type="presParOf" srcId="{3B42FF46-CBC5-4BC3-A930-1068FDB4242C}" destId="{A41A31EA-76FC-4A1B-80FC-1F2F06AA8389}" srcOrd="2" destOrd="0" presId="urn:microsoft.com/office/officeart/2018/5/layout/IconLeafLabelList"/>
    <dgm:cxn modelId="{B08FE666-AEB0-433B-957E-0A5931A924CE}" type="presParOf" srcId="{A41A31EA-76FC-4A1B-80FC-1F2F06AA8389}" destId="{0F712C7E-0976-4C1E-8FE8-EE9D05BBEE55}" srcOrd="0" destOrd="0" presId="urn:microsoft.com/office/officeart/2018/5/layout/IconLeafLabelList"/>
    <dgm:cxn modelId="{867B72B0-C435-480C-92A0-9BD13B179FB0}" type="presParOf" srcId="{A41A31EA-76FC-4A1B-80FC-1F2F06AA8389}" destId="{01FC367F-F48F-45BF-BA46-FDD73785C2AC}" srcOrd="1" destOrd="0" presId="urn:microsoft.com/office/officeart/2018/5/layout/IconLeafLabelList"/>
    <dgm:cxn modelId="{0790B709-0ECD-4395-BEDB-B18A2840C603}" type="presParOf" srcId="{A41A31EA-76FC-4A1B-80FC-1F2F06AA8389}" destId="{7E3A05E8-F224-4757-BB04-F40D6A4AEFEA}" srcOrd="2" destOrd="0" presId="urn:microsoft.com/office/officeart/2018/5/layout/IconLeafLabelList"/>
    <dgm:cxn modelId="{42297549-A7B3-4278-B582-BB6458FAA786}" type="presParOf" srcId="{A41A31EA-76FC-4A1B-80FC-1F2F06AA8389}" destId="{B6878AE5-E95F-4299-BE0D-ACCC0A5CE2B9}" srcOrd="3" destOrd="0" presId="urn:microsoft.com/office/officeart/2018/5/layout/IconLeafLabelList"/>
    <dgm:cxn modelId="{2E082FD8-0A16-432B-AB97-8B19D50C7710}" type="presParOf" srcId="{3B42FF46-CBC5-4BC3-A930-1068FDB4242C}" destId="{07A23E82-B460-4B54-ABE0-808679020F80}" srcOrd="3" destOrd="0" presId="urn:microsoft.com/office/officeart/2018/5/layout/IconLeafLabelList"/>
    <dgm:cxn modelId="{8852A16E-0459-4632-BF3A-5566D2B19FBF}" type="presParOf" srcId="{3B42FF46-CBC5-4BC3-A930-1068FDB4242C}" destId="{4E6FF3F2-709C-466E-8295-93B518760DDF}" srcOrd="4" destOrd="0" presId="urn:microsoft.com/office/officeart/2018/5/layout/IconLeafLabelList"/>
    <dgm:cxn modelId="{487D057E-2775-4095-8F9D-09D74DD9E452}" type="presParOf" srcId="{4E6FF3F2-709C-466E-8295-93B518760DDF}" destId="{10672EAB-0DFE-4BF1-830E-1FDD67202926}" srcOrd="0" destOrd="0" presId="urn:microsoft.com/office/officeart/2018/5/layout/IconLeafLabelList"/>
    <dgm:cxn modelId="{7238E571-6B6B-43DA-AEC2-11AE78D905C9}" type="presParOf" srcId="{4E6FF3F2-709C-466E-8295-93B518760DDF}" destId="{FFF149CE-075A-4079-9A23-078A55A1007C}" srcOrd="1" destOrd="0" presId="urn:microsoft.com/office/officeart/2018/5/layout/IconLeafLabelList"/>
    <dgm:cxn modelId="{A966044C-E52A-4BFB-B056-51C7C120ADDC}" type="presParOf" srcId="{4E6FF3F2-709C-466E-8295-93B518760DDF}" destId="{B12FBA82-2554-4E83-BE38-9305054D90F7}" srcOrd="2" destOrd="0" presId="urn:microsoft.com/office/officeart/2018/5/layout/IconLeafLabelList"/>
    <dgm:cxn modelId="{46AB73B0-A5BF-4C3C-9F6B-D4002ABC835D}" type="presParOf" srcId="{4E6FF3F2-709C-466E-8295-93B518760DDF}" destId="{06833F5C-17B9-4DD9-9E6E-16F4A702EBE2}" srcOrd="3" destOrd="0" presId="urn:microsoft.com/office/officeart/2018/5/layout/IconLeafLabelList"/>
    <dgm:cxn modelId="{48419D69-326B-4F94-8153-A84EE6D67831}" type="presParOf" srcId="{3B42FF46-CBC5-4BC3-A930-1068FDB4242C}" destId="{92C199F2-605D-4333-A3C0-FFB44AFA5949}" srcOrd="5" destOrd="0" presId="urn:microsoft.com/office/officeart/2018/5/layout/IconLeafLabelList"/>
    <dgm:cxn modelId="{E5555FC5-5A3C-4FBB-A42A-CC48DAB01070}" type="presParOf" srcId="{3B42FF46-CBC5-4BC3-A930-1068FDB4242C}" destId="{A381719B-6A64-4611-AE45-E11FA289BD93}" srcOrd="6" destOrd="0" presId="urn:microsoft.com/office/officeart/2018/5/layout/IconLeafLabelList"/>
    <dgm:cxn modelId="{C0FDB4B0-7F57-4DC9-AAB8-4210F001BE81}" type="presParOf" srcId="{A381719B-6A64-4611-AE45-E11FA289BD93}" destId="{2F66EDE3-F75A-4A0F-9523-9CC514C2076C}" srcOrd="0" destOrd="0" presId="urn:microsoft.com/office/officeart/2018/5/layout/IconLeafLabelList"/>
    <dgm:cxn modelId="{E7331893-0740-4A19-86BD-CB94A6C365DA}" type="presParOf" srcId="{A381719B-6A64-4611-AE45-E11FA289BD93}" destId="{542DAD4D-F562-4831-8662-5F563B24A30E}" srcOrd="1" destOrd="0" presId="urn:microsoft.com/office/officeart/2018/5/layout/IconLeafLabelList"/>
    <dgm:cxn modelId="{4817AB17-B553-4770-BEE4-93673C1BC760}" type="presParOf" srcId="{A381719B-6A64-4611-AE45-E11FA289BD93}" destId="{0DC30CA6-6A00-47F2-AAC7-36C9352C56EB}" srcOrd="2" destOrd="0" presId="urn:microsoft.com/office/officeart/2018/5/layout/IconLeafLabelList"/>
    <dgm:cxn modelId="{88862947-CE5A-40EC-9DD1-65EA6B527F97}" type="presParOf" srcId="{A381719B-6A64-4611-AE45-E11FA289BD93}" destId="{C10C5E48-242B-45E0-BEA5-5E5DADD4958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D2990-5770-428F-ABA8-73EF7876C553}">
      <dsp:nvSpPr>
        <dsp:cNvPr id="0" name=""/>
        <dsp:cNvSpPr/>
      </dsp:nvSpPr>
      <dsp:spPr>
        <a:xfrm>
          <a:off x="0" y="1683"/>
          <a:ext cx="7053264" cy="8532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7939A5-05C8-4F15-8FE8-2A08CDAFB779}">
      <dsp:nvSpPr>
        <dsp:cNvPr id="0" name=""/>
        <dsp:cNvSpPr/>
      </dsp:nvSpPr>
      <dsp:spPr>
        <a:xfrm>
          <a:off x="258116" y="193670"/>
          <a:ext cx="469302" cy="4693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381FF-2E5A-4D4E-ABEA-055D26A21964}">
      <dsp:nvSpPr>
        <dsp:cNvPr id="0" name=""/>
        <dsp:cNvSpPr/>
      </dsp:nvSpPr>
      <dsp:spPr>
        <a:xfrm>
          <a:off x="985535" y="1683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Jusqu'ici : iTextSharp pour manipulations PDF (fusion, extraction, génération).</a:t>
          </a:r>
          <a:endParaRPr lang="en-US" sz="2200" kern="1200"/>
        </a:p>
      </dsp:txBody>
      <dsp:txXfrm>
        <a:off x="985535" y="1683"/>
        <a:ext cx="6067728" cy="853277"/>
      </dsp:txXfrm>
    </dsp:sp>
    <dsp:sp modelId="{305DF6B6-A908-4C6B-B794-C84D2EE9C7FC}">
      <dsp:nvSpPr>
        <dsp:cNvPr id="0" name=""/>
        <dsp:cNvSpPr/>
      </dsp:nvSpPr>
      <dsp:spPr>
        <a:xfrm>
          <a:off x="0" y="1068280"/>
          <a:ext cx="7053264" cy="8532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0454B-1939-42D0-A624-F2CBB99CB381}">
      <dsp:nvSpPr>
        <dsp:cNvPr id="0" name=""/>
        <dsp:cNvSpPr/>
      </dsp:nvSpPr>
      <dsp:spPr>
        <a:xfrm>
          <a:off x="258116" y="1260267"/>
          <a:ext cx="469302" cy="4693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B0B5F-2A5C-4F88-AEE0-847BE59D24BF}">
      <dsp:nvSpPr>
        <dsp:cNvPr id="0" name=""/>
        <dsp:cNvSpPr/>
      </dsp:nvSpPr>
      <dsp:spPr>
        <a:xfrm>
          <a:off x="985535" y="1068280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Limites : conformité PDF/A, maintenance, licence/compatibilité.</a:t>
          </a:r>
          <a:endParaRPr lang="en-US" sz="2200" kern="1200"/>
        </a:p>
      </dsp:txBody>
      <dsp:txXfrm>
        <a:off x="985535" y="1068280"/>
        <a:ext cx="6067728" cy="853277"/>
      </dsp:txXfrm>
    </dsp:sp>
    <dsp:sp modelId="{5CBC54C9-0380-4AAF-89A2-06F99BAF22D8}">
      <dsp:nvSpPr>
        <dsp:cNvPr id="0" name=""/>
        <dsp:cNvSpPr/>
      </dsp:nvSpPr>
      <dsp:spPr>
        <a:xfrm>
          <a:off x="0" y="2134876"/>
          <a:ext cx="7053264" cy="85327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74079-7688-4348-8D69-C6B2241D1D62}">
      <dsp:nvSpPr>
        <dsp:cNvPr id="0" name=""/>
        <dsp:cNvSpPr/>
      </dsp:nvSpPr>
      <dsp:spPr>
        <a:xfrm>
          <a:off x="258116" y="2326864"/>
          <a:ext cx="469302" cy="4693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397B4-7B00-423A-AE18-9B9461552D95}">
      <dsp:nvSpPr>
        <dsp:cNvPr id="0" name=""/>
        <dsp:cNvSpPr/>
      </dsp:nvSpPr>
      <dsp:spPr>
        <a:xfrm>
          <a:off x="985535" y="2134876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Décision : adopter PdfTools SDK via la classe ApgisPdfTools.</a:t>
          </a:r>
          <a:endParaRPr lang="en-US" sz="2200" kern="1200"/>
        </a:p>
      </dsp:txBody>
      <dsp:txXfrm>
        <a:off x="985535" y="2134876"/>
        <a:ext cx="6067728" cy="853277"/>
      </dsp:txXfrm>
    </dsp:sp>
    <dsp:sp modelId="{408E88CD-A0B8-4EAF-9C16-5DDEDACAA1ED}">
      <dsp:nvSpPr>
        <dsp:cNvPr id="0" name=""/>
        <dsp:cNvSpPr/>
      </dsp:nvSpPr>
      <dsp:spPr>
        <a:xfrm>
          <a:off x="0" y="3201473"/>
          <a:ext cx="7053264" cy="85327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FDBFE-AA1F-4006-8C32-81C12C737BA5}">
      <dsp:nvSpPr>
        <dsp:cNvPr id="0" name=""/>
        <dsp:cNvSpPr/>
      </dsp:nvSpPr>
      <dsp:spPr>
        <a:xfrm>
          <a:off x="258116" y="3393460"/>
          <a:ext cx="469302" cy="4693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77145-0A2D-43E1-93FF-69B66771AC05}">
      <dsp:nvSpPr>
        <dsp:cNvPr id="0" name=""/>
        <dsp:cNvSpPr/>
      </dsp:nvSpPr>
      <dsp:spPr>
        <a:xfrm>
          <a:off x="985535" y="3201473"/>
          <a:ext cx="6067728" cy="853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305" tIns="90305" rIns="90305" bIns="9030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But métier : garantir pérennité des documents archivés et réduire incidents.</a:t>
          </a:r>
          <a:endParaRPr lang="en-US" sz="2200" kern="1200"/>
        </a:p>
      </dsp:txBody>
      <dsp:txXfrm>
        <a:off x="985535" y="3201473"/>
        <a:ext cx="6067728" cy="8532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68131-DE1C-4857-A6D3-1BEB0034BFBC}">
      <dsp:nvSpPr>
        <dsp:cNvPr id="0" name=""/>
        <dsp:cNvSpPr/>
      </dsp:nvSpPr>
      <dsp:spPr>
        <a:xfrm>
          <a:off x="400823" y="621006"/>
          <a:ext cx="654169" cy="654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3F676-D9CB-4264-9092-AD052DBA7B71}">
      <dsp:nvSpPr>
        <dsp:cNvPr id="0" name=""/>
        <dsp:cNvSpPr/>
      </dsp:nvSpPr>
      <dsp:spPr>
        <a:xfrm>
          <a:off x="1053" y="1522801"/>
          <a:ext cx="1453710" cy="58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Conversion et validation PDF/A intégrées → conformité d'archivage.</a:t>
          </a:r>
          <a:endParaRPr lang="en-US" sz="1100" kern="1200"/>
        </a:p>
      </dsp:txBody>
      <dsp:txXfrm>
        <a:off x="1053" y="1522801"/>
        <a:ext cx="1453710" cy="581484"/>
      </dsp:txXfrm>
    </dsp:sp>
    <dsp:sp modelId="{48566380-4DB9-4EF9-894B-3CA94274C595}">
      <dsp:nvSpPr>
        <dsp:cNvPr id="0" name=""/>
        <dsp:cNvSpPr/>
      </dsp:nvSpPr>
      <dsp:spPr>
        <a:xfrm>
          <a:off x="2108934" y="621006"/>
          <a:ext cx="654169" cy="654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D7288-E085-4900-9DC9-EE297AE5C530}">
      <dsp:nvSpPr>
        <dsp:cNvPr id="0" name=""/>
        <dsp:cNvSpPr/>
      </dsp:nvSpPr>
      <dsp:spPr>
        <a:xfrm>
          <a:off x="1709163" y="1522801"/>
          <a:ext cx="1453710" cy="58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Fiabilité : moins de documents rejetés lors d'export/archivage.</a:t>
          </a:r>
          <a:endParaRPr lang="en-US" sz="1100" kern="1200"/>
        </a:p>
      </dsp:txBody>
      <dsp:txXfrm>
        <a:off x="1709163" y="1522801"/>
        <a:ext cx="1453710" cy="581484"/>
      </dsp:txXfrm>
    </dsp:sp>
    <dsp:sp modelId="{180A3C36-4D23-46E2-9863-C9C3FB9C4ADB}">
      <dsp:nvSpPr>
        <dsp:cNvPr id="0" name=""/>
        <dsp:cNvSpPr/>
      </dsp:nvSpPr>
      <dsp:spPr>
        <a:xfrm>
          <a:off x="3817044" y="621006"/>
          <a:ext cx="654169" cy="6541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B11F4-B7B0-4028-972E-AD9D84738587}">
      <dsp:nvSpPr>
        <dsp:cNvPr id="0" name=""/>
        <dsp:cNvSpPr/>
      </dsp:nvSpPr>
      <dsp:spPr>
        <a:xfrm>
          <a:off x="3417273" y="1522801"/>
          <a:ext cx="1453710" cy="58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Traçabilité : meilleurs rapports d'événements (warnings / erreurs).</a:t>
          </a:r>
          <a:endParaRPr lang="en-US" sz="1100" kern="1200"/>
        </a:p>
      </dsp:txBody>
      <dsp:txXfrm>
        <a:off x="3417273" y="1522801"/>
        <a:ext cx="1453710" cy="581484"/>
      </dsp:txXfrm>
    </dsp:sp>
    <dsp:sp modelId="{A5A96CAB-2B22-4C2A-B2DE-123962EE0F87}">
      <dsp:nvSpPr>
        <dsp:cNvPr id="0" name=""/>
        <dsp:cNvSpPr/>
      </dsp:nvSpPr>
      <dsp:spPr>
        <a:xfrm>
          <a:off x="1254878" y="2467713"/>
          <a:ext cx="654169" cy="6541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26408-EE54-4225-BFB4-253F84F7DEB2}">
      <dsp:nvSpPr>
        <dsp:cNvPr id="0" name=""/>
        <dsp:cNvSpPr/>
      </dsp:nvSpPr>
      <dsp:spPr>
        <a:xfrm>
          <a:off x="855108" y="3369509"/>
          <a:ext cx="1453710" cy="58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Moins de maintenance opérationnelle (SDK supporté).</a:t>
          </a:r>
          <a:endParaRPr lang="en-US" sz="1100" kern="1200"/>
        </a:p>
      </dsp:txBody>
      <dsp:txXfrm>
        <a:off x="855108" y="3369509"/>
        <a:ext cx="1453710" cy="581484"/>
      </dsp:txXfrm>
    </dsp:sp>
    <dsp:sp modelId="{5A988D3A-2A86-4168-9AA0-FD8020ED4D14}">
      <dsp:nvSpPr>
        <dsp:cNvPr id="0" name=""/>
        <dsp:cNvSpPr/>
      </dsp:nvSpPr>
      <dsp:spPr>
        <a:xfrm>
          <a:off x="2962989" y="2467713"/>
          <a:ext cx="654169" cy="6541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92D9B-94FE-43BD-9014-54F60884D1A5}">
      <dsp:nvSpPr>
        <dsp:cNvPr id="0" name=""/>
        <dsp:cNvSpPr/>
      </dsp:nvSpPr>
      <dsp:spPr>
        <a:xfrm>
          <a:off x="2563218" y="3369509"/>
          <a:ext cx="1453710" cy="58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Support natif image→PDF/A pour normaliser les scans/photos.</a:t>
          </a:r>
          <a:endParaRPr lang="en-US" sz="1100" kern="1200"/>
        </a:p>
      </dsp:txBody>
      <dsp:txXfrm>
        <a:off x="2563218" y="3369509"/>
        <a:ext cx="1453710" cy="5814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70CF78-8966-4042-97F3-AE72506D1E10}">
      <dsp:nvSpPr>
        <dsp:cNvPr id="0" name=""/>
        <dsp:cNvSpPr/>
      </dsp:nvSpPr>
      <dsp:spPr>
        <a:xfrm>
          <a:off x="0" y="1309"/>
          <a:ext cx="7053264" cy="557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60726-7821-493A-9DB4-9004246894FD}">
      <dsp:nvSpPr>
        <dsp:cNvPr id="0" name=""/>
        <dsp:cNvSpPr/>
      </dsp:nvSpPr>
      <dsp:spPr>
        <a:xfrm>
          <a:off x="168736" y="126815"/>
          <a:ext cx="306792" cy="3067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35AB2-2E6D-4B57-9EFB-09FE0C8ECA26}">
      <dsp:nvSpPr>
        <dsp:cNvPr id="0" name=""/>
        <dsp:cNvSpPr/>
      </dsp:nvSpPr>
      <dsp:spPr>
        <a:xfrm>
          <a:off x="644265" y="1309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Conversion PDF → PDF/A (différents niveaux de conformité).</a:t>
          </a:r>
          <a:endParaRPr lang="en-US" sz="1500" kern="1200"/>
        </a:p>
      </dsp:txBody>
      <dsp:txXfrm>
        <a:off x="644265" y="1309"/>
        <a:ext cx="6408998" cy="557805"/>
      </dsp:txXfrm>
    </dsp:sp>
    <dsp:sp modelId="{2D8196C5-FB0E-4C16-8901-3BCA07A11D79}">
      <dsp:nvSpPr>
        <dsp:cNvPr id="0" name=""/>
        <dsp:cNvSpPr/>
      </dsp:nvSpPr>
      <dsp:spPr>
        <a:xfrm>
          <a:off x="0" y="698565"/>
          <a:ext cx="7053264" cy="55780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9ABAA-AD4D-42E4-8032-967F96D4A4F3}">
      <dsp:nvSpPr>
        <dsp:cNvPr id="0" name=""/>
        <dsp:cNvSpPr/>
      </dsp:nvSpPr>
      <dsp:spPr>
        <a:xfrm>
          <a:off x="168736" y="824071"/>
          <a:ext cx="306792" cy="3067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7A0AE-CAAA-4C8A-B8C6-17D4E7DBC6F9}">
      <dsp:nvSpPr>
        <dsp:cNvPr id="0" name=""/>
        <dsp:cNvSpPr/>
      </dsp:nvSpPr>
      <dsp:spPr>
        <a:xfrm>
          <a:off x="644265" y="698565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Conversion Image → PDF/A (alternate text, langue).</a:t>
          </a:r>
          <a:endParaRPr lang="en-US" sz="1500" kern="1200"/>
        </a:p>
      </dsp:txBody>
      <dsp:txXfrm>
        <a:off x="644265" y="698565"/>
        <a:ext cx="6408998" cy="557805"/>
      </dsp:txXfrm>
    </dsp:sp>
    <dsp:sp modelId="{81A32D0E-2555-4AE3-B03B-2D6D0ECD6F08}">
      <dsp:nvSpPr>
        <dsp:cNvPr id="0" name=""/>
        <dsp:cNvSpPr/>
      </dsp:nvSpPr>
      <dsp:spPr>
        <a:xfrm>
          <a:off x="0" y="1395822"/>
          <a:ext cx="7053264" cy="5578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2B795-B2AC-43E9-A6B5-065944EC577E}">
      <dsp:nvSpPr>
        <dsp:cNvPr id="0" name=""/>
        <dsp:cNvSpPr/>
      </dsp:nvSpPr>
      <dsp:spPr>
        <a:xfrm>
          <a:off x="168736" y="1521328"/>
          <a:ext cx="306792" cy="3067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C1BEB-3A9C-439B-A8BD-781A9E2FAE7D}">
      <dsp:nvSpPr>
        <dsp:cNvPr id="0" name=""/>
        <dsp:cNvSpPr/>
      </dsp:nvSpPr>
      <dsp:spPr>
        <a:xfrm>
          <a:off x="644265" y="1395822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Fusion de documents en un seul PDF.</a:t>
          </a:r>
          <a:endParaRPr lang="en-US" sz="1500" kern="1200"/>
        </a:p>
      </dsp:txBody>
      <dsp:txXfrm>
        <a:off x="644265" y="1395822"/>
        <a:ext cx="6408998" cy="557805"/>
      </dsp:txXfrm>
    </dsp:sp>
    <dsp:sp modelId="{5B43BAD4-DA8A-4457-8060-2B0E8A401817}">
      <dsp:nvSpPr>
        <dsp:cNvPr id="0" name=""/>
        <dsp:cNvSpPr/>
      </dsp:nvSpPr>
      <dsp:spPr>
        <a:xfrm>
          <a:off x="0" y="2093078"/>
          <a:ext cx="7053264" cy="55780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CF726-2DED-4BCB-B9C8-E515AA65ADE3}">
      <dsp:nvSpPr>
        <dsp:cNvPr id="0" name=""/>
        <dsp:cNvSpPr/>
      </dsp:nvSpPr>
      <dsp:spPr>
        <a:xfrm>
          <a:off x="168736" y="2218584"/>
          <a:ext cx="306792" cy="3067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0ABA9-38B4-4ED0-A3F4-458608A1A07B}">
      <dsp:nvSpPr>
        <dsp:cNvPr id="0" name=""/>
        <dsp:cNvSpPr/>
      </dsp:nvSpPr>
      <dsp:spPr>
        <a:xfrm>
          <a:off x="644265" y="2093078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Extraction de texte depuis un PDF.</a:t>
          </a:r>
          <a:endParaRPr lang="en-US" sz="1500" kern="1200"/>
        </a:p>
      </dsp:txBody>
      <dsp:txXfrm>
        <a:off x="644265" y="2093078"/>
        <a:ext cx="6408998" cy="557805"/>
      </dsp:txXfrm>
    </dsp:sp>
    <dsp:sp modelId="{1FBC71F2-D75C-48BA-9471-AA32CFA89AF0}">
      <dsp:nvSpPr>
        <dsp:cNvPr id="0" name=""/>
        <dsp:cNvSpPr/>
      </dsp:nvSpPr>
      <dsp:spPr>
        <a:xfrm>
          <a:off x="0" y="2790335"/>
          <a:ext cx="7053264" cy="5578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49D3D-1B31-4F58-AD5B-12F17A9E98B6}">
      <dsp:nvSpPr>
        <dsp:cNvPr id="0" name=""/>
        <dsp:cNvSpPr/>
      </dsp:nvSpPr>
      <dsp:spPr>
        <a:xfrm>
          <a:off x="168736" y="2915841"/>
          <a:ext cx="306792" cy="3067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1AF2F-227E-479E-A354-48012B5FA7B2}">
      <dsp:nvSpPr>
        <dsp:cNvPr id="0" name=""/>
        <dsp:cNvSpPr/>
      </dsp:nvSpPr>
      <dsp:spPr>
        <a:xfrm>
          <a:off x="644265" y="2790335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API orientée byte[] pour intégration aux services.</a:t>
          </a:r>
          <a:endParaRPr lang="en-US" sz="1500" kern="1200"/>
        </a:p>
      </dsp:txBody>
      <dsp:txXfrm>
        <a:off x="644265" y="2790335"/>
        <a:ext cx="6408998" cy="557805"/>
      </dsp:txXfrm>
    </dsp:sp>
    <dsp:sp modelId="{5CA87DD6-B8E5-4934-A096-5FD697DACAE2}">
      <dsp:nvSpPr>
        <dsp:cNvPr id="0" name=""/>
        <dsp:cNvSpPr/>
      </dsp:nvSpPr>
      <dsp:spPr>
        <a:xfrm>
          <a:off x="0" y="3487591"/>
          <a:ext cx="7053264" cy="55780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75C52-E533-41EF-A058-18DC46647171}">
      <dsp:nvSpPr>
        <dsp:cNvPr id="0" name=""/>
        <dsp:cNvSpPr/>
      </dsp:nvSpPr>
      <dsp:spPr>
        <a:xfrm>
          <a:off x="168736" y="3613097"/>
          <a:ext cx="306792" cy="3067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8142C-EE4C-4621-9AA6-98F91EE5B5FE}">
      <dsp:nvSpPr>
        <dsp:cNvPr id="0" name=""/>
        <dsp:cNvSpPr/>
      </dsp:nvSpPr>
      <dsp:spPr>
        <a:xfrm>
          <a:off x="644265" y="3487591"/>
          <a:ext cx="6408998" cy="557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34" tIns="59034" rIns="59034" bIns="59034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Gestion automatique de fichiers temporaires (création &amp; nettoyage).</a:t>
          </a:r>
          <a:endParaRPr lang="en-US" sz="1500" kern="1200"/>
        </a:p>
      </dsp:txBody>
      <dsp:txXfrm>
        <a:off x="644265" y="3487591"/>
        <a:ext cx="6408998" cy="5578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AFB20-1207-4C31-81BF-38A5476EDBC5}">
      <dsp:nvSpPr>
        <dsp:cNvPr id="0" name=""/>
        <dsp:cNvSpPr/>
      </dsp:nvSpPr>
      <dsp:spPr>
        <a:xfrm>
          <a:off x="18701" y="59125"/>
          <a:ext cx="883588" cy="8835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F15DA-71A6-42FF-BF9B-94CC06C12C19}">
      <dsp:nvSpPr>
        <dsp:cNvPr id="0" name=""/>
        <dsp:cNvSpPr/>
      </dsp:nvSpPr>
      <dsp:spPr>
        <a:xfrm>
          <a:off x="204255" y="244679"/>
          <a:ext cx="512481" cy="5124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FD097-B9A7-4F6B-B088-4673AEDCA8F7}">
      <dsp:nvSpPr>
        <dsp:cNvPr id="0" name=""/>
        <dsp:cNvSpPr/>
      </dsp:nvSpPr>
      <dsp:spPr>
        <a:xfrm>
          <a:off x="1091630" y="59125"/>
          <a:ext cx="2082745" cy="883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Documents archivés conformes → réduction du risque légal.</a:t>
          </a:r>
          <a:endParaRPr lang="en-US" sz="1400" kern="1200"/>
        </a:p>
      </dsp:txBody>
      <dsp:txXfrm>
        <a:off x="1091630" y="59125"/>
        <a:ext cx="2082745" cy="883588"/>
      </dsp:txXfrm>
    </dsp:sp>
    <dsp:sp modelId="{15BA6920-7DD5-4DEF-9222-A4EBC18E2CEE}">
      <dsp:nvSpPr>
        <dsp:cNvPr id="0" name=""/>
        <dsp:cNvSpPr/>
      </dsp:nvSpPr>
      <dsp:spPr>
        <a:xfrm>
          <a:off x="3537278" y="59125"/>
          <a:ext cx="883588" cy="8835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27179-BF5D-4E64-99C6-DE05F0FF8AB4}">
      <dsp:nvSpPr>
        <dsp:cNvPr id="0" name=""/>
        <dsp:cNvSpPr/>
      </dsp:nvSpPr>
      <dsp:spPr>
        <a:xfrm>
          <a:off x="3722831" y="244679"/>
          <a:ext cx="512481" cy="5124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E016D-6849-4B98-BA26-22E663EAF759}">
      <dsp:nvSpPr>
        <dsp:cNvPr id="0" name=""/>
        <dsp:cNvSpPr/>
      </dsp:nvSpPr>
      <dsp:spPr>
        <a:xfrm>
          <a:off x="4610207" y="59125"/>
          <a:ext cx="2082745" cy="883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Moins de retours/erreurs sur traitements batch.</a:t>
          </a:r>
          <a:endParaRPr lang="en-US" sz="1400" kern="1200"/>
        </a:p>
      </dsp:txBody>
      <dsp:txXfrm>
        <a:off x="4610207" y="59125"/>
        <a:ext cx="2082745" cy="883588"/>
      </dsp:txXfrm>
    </dsp:sp>
    <dsp:sp modelId="{40B78CDE-5678-4320-AC40-0219EB2C4FD4}">
      <dsp:nvSpPr>
        <dsp:cNvPr id="0" name=""/>
        <dsp:cNvSpPr/>
      </dsp:nvSpPr>
      <dsp:spPr>
        <a:xfrm>
          <a:off x="18701" y="1655946"/>
          <a:ext cx="883588" cy="8835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6F9FA-BB8D-46A3-B73A-98BD3DA21CBF}">
      <dsp:nvSpPr>
        <dsp:cNvPr id="0" name=""/>
        <dsp:cNvSpPr/>
      </dsp:nvSpPr>
      <dsp:spPr>
        <a:xfrm>
          <a:off x="204255" y="1841499"/>
          <a:ext cx="512481" cy="5124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CB39B-33E5-4FED-AC34-FADA25E349DE}">
      <dsp:nvSpPr>
        <dsp:cNvPr id="0" name=""/>
        <dsp:cNvSpPr/>
      </dsp:nvSpPr>
      <dsp:spPr>
        <a:xfrm>
          <a:off x="1091630" y="1655946"/>
          <a:ext cx="2082745" cy="883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Standardisation du format de sortie (PDF/A).</a:t>
          </a:r>
          <a:endParaRPr lang="en-US" sz="1400" kern="1200"/>
        </a:p>
      </dsp:txBody>
      <dsp:txXfrm>
        <a:off x="1091630" y="1655946"/>
        <a:ext cx="2082745" cy="883588"/>
      </dsp:txXfrm>
    </dsp:sp>
    <dsp:sp modelId="{31A73AA8-C699-4080-A53C-19F47BAF2140}">
      <dsp:nvSpPr>
        <dsp:cNvPr id="0" name=""/>
        <dsp:cNvSpPr/>
      </dsp:nvSpPr>
      <dsp:spPr>
        <a:xfrm>
          <a:off x="3537278" y="1655946"/>
          <a:ext cx="883588" cy="8835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2E26C-8B2E-4BA8-BA81-D4D4207EE0DE}">
      <dsp:nvSpPr>
        <dsp:cNvPr id="0" name=""/>
        <dsp:cNvSpPr/>
      </dsp:nvSpPr>
      <dsp:spPr>
        <a:xfrm>
          <a:off x="3722831" y="1841499"/>
          <a:ext cx="512481" cy="5124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E35FC-A095-4DD7-9571-E2B1B203D943}">
      <dsp:nvSpPr>
        <dsp:cNvPr id="0" name=""/>
        <dsp:cNvSpPr/>
      </dsp:nvSpPr>
      <dsp:spPr>
        <a:xfrm>
          <a:off x="4610207" y="1655946"/>
          <a:ext cx="2082745" cy="883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Meilleure visibilité en cas d'anomalie.</a:t>
          </a:r>
          <a:endParaRPr lang="en-US" sz="1400" kern="1200"/>
        </a:p>
      </dsp:txBody>
      <dsp:txXfrm>
        <a:off x="4610207" y="1655946"/>
        <a:ext cx="2082745" cy="883588"/>
      </dsp:txXfrm>
    </dsp:sp>
    <dsp:sp modelId="{5EFCFE5D-E537-412B-AB2D-45ADC1717CB2}">
      <dsp:nvSpPr>
        <dsp:cNvPr id="0" name=""/>
        <dsp:cNvSpPr/>
      </dsp:nvSpPr>
      <dsp:spPr>
        <a:xfrm>
          <a:off x="18701" y="3252766"/>
          <a:ext cx="883588" cy="88358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961D8-6D0F-4F26-A75B-F51F972FF8DA}">
      <dsp:nvSpPr>
        <dsp:cNvPr id="0" name=""/>
        <dsp:cNvSpPr/>
      </dsp:nvSpPr>
      <dsp:spPr>
        <a:xfrm>
          <a:off x="204255" y="3438320"/>
          <a:ext cx="512481" cy="51248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2E9F6-A311-4943-9FB6-7F9233610665}">
      <dsp:nvSpPr>
        <dsp:cNvPr id="0" name=""/>
        <dsp:cNvSpPr/>
      </dsp:nvSpPr>
      <dsp:spPr>
        <a:xfrm>
          <a:off x="1091630" y="3252766"/>
          <a:ext cx="2082745" cy="883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Automatisation renforcée du traitement des pièces.</a:t>
          </a:r>
          <a:endParaRPr lang="en-US" sz="1400" kern="1200"/>
        </a:p>
      </dsp:txBody>
      <dsp:txXfrm>
        <a:off x="1091630" y="3252766"/>
        <a:ext cx="2082745" cy="8835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B348A-0A04-4A11-AC87-E9E7FC7B2662}">
      <dsp:nvSpPr>
        <dsp:cNvPr id="0" name=""/>
        <dsp:cNvSpPr/>
      </dsp:nvSpPr>
      <dsp:spPr>
        <a:xfrm>
          <a:off x="372079" y="1692"/>
          <a:ext cx="930726" cy="93072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F0C020-0ACC-4248-8443-0C23BE35CE31}">
      <dsp:nvSpPr>
        <dsp:cNvPr id="0" name=""/>
        <dsp:cNvSpPr/>
      </dsp:nvSpPr>
      <dsp:spPr>
        <a:xfrm>
          <a:off x="570430" y="200044"/>
          <a:ext cx="534023" cy="534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56D9A-287F-44D5-8E3F-311CC904199E}">
      <dsp:nvSpPr>
        <dsp:cNvPr id="0" name=""/>
        <dsp:cNvSpPr/>
      </dsp:nvSpPr>
      <dsp:spPr>
        <a:xfrm>
          <a:off x="74551" y="122231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Licence SDK à gérer et sécuriser (clé d'activation).</a:t>
          </a:r>
          <a:endParaRPr lang="en-US" sz="1100" kern="1200"/>
        </a:p>
      </dsp:txBody>
      <dsp:txXfrm>
        <a:off x="74551" y="1222317"/>
        <a:ext cx="1525781" cy="610312"/>
      </dsp:txXfrm>
    </dsp:sp>
    <dsp:sp modelId="{B3DED808-A7A3-490A-8A36-C76EEA5647D2}">
      <dsp:nvSpPr>
        <dsp:cNvPr id="0" name=""/>
        <dsp:cNvSpPr/>
      </dsp:nvSpPr>
      <dsp:spPr>
        <a:xfrm>
          <a:off x="2164872" y="1692"/>
          <a:ext cx="930726" cy="9307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0226B7-7CFD-49E5-8C3B-29CF6A2D12AC}">
      <dsp:nvSpPr>
        <dsp:cNvPr id="0" name=""/>
        <dsp:cNvSpPr/>
      </dsp:nvSpPr>
      <dsp:spPr>
        <a:xfrm>
          <a:off x="2363223" y="200044"/>
          <a:ext cx="534023" cy="534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B33ED-C956-43A4-9E55-9D3671B59A95}">
      <dsp:nvSpPr>
        <dsp:cNvPr id="0" name=""/>
        <dsp:cNvSpPr/>
      </dsp:nvSpPr>
      <dsp:spPr>
        <a:xfrm>
          <a:off x="1867344" y="122231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Espace disque &amp; permission d'écriture pour fichiers temporaires.</a:t>
          </a:r>
          <a:endParaRPr lang="en-US" sz="1100" kern="1200"/>
        </a:p>
      </dsp:txBody>
      <dsp:txXfrm>
        <a:off x="1867344" y="1222317"/>
        <a:ext cx="1525781" cy="610312"/>
      </dsp:txXfrm>
    </dsp:sp>
    <dsp:sp modelId="{D83A9C9D-B7DA-40FC-8FEB-FCA92052938C}">
      <dsp:nvSpPr>
        <dsp:cNvPr id="0" name=""/>
        <dsp:cNvSpPr/>
      </dsp:nvSpPr>
      <dsp:spPr>
        <a:xfrm>
          <a:off x="3957665" y="1692"/>
          <a:ext cx="930726" cy="93072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3E511-1BD1-41D1-8425-187870C598CC}">
      <dsp:nvSpPr>
        <dsp:cNvPr id="0" name=""/>
        <dsp:cNvSpPr/>
      </dsp:nvSpPr>
      <dsp:spPr>
        <a:xfrm>
          <a:off x="4156016" y="200044"/>
          <a:ext cx="534023" cy="534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64ED2-B18A-4E91-8A4F-66899783CEFB}">
      <dsp:nvSpPr>
        <dsp:cNvPr id="0" name=""/>
        <dsp:cNvSpPr/>
      </dsp:nvSpPr>
      <dsp:spPr>
        <a:xfrm>
          <a:off x="3660137" y="122231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Tests de montée en charge (I/O &amp; mémoire).</a:t>
          </a:r>
          <a:endParaRPr lang="en-US" sz="1100" kern="1200"/>
        </a:p>
      </dsp:txBody>
      <dsp:txXfrm>
        <a:off x="3660137" y="1222317"/>
        <a:ext cx="1525781" cy="610312"/>
      </dsp:txXfrm>
    </dsp:sp>
    <dsp:sp modelId="{55D28711-AA41-4318-968B-F99CC1B5B60B}">
      <dsp:nvSpPr>
        <dsp:cNvPr id="0" name=""/>
        <dsp:cNvSpPr/>
      </dsp:nvSpPr>
      <dsp:spPr>
        <a:xfrm>
          <a:off x="5750458" y="1692"/>
          <a:ext cx="930726" cy="9307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C4FE3E-877A-4782-B7DD-5809BA20470A}">
      <dsp:nvSpPr>
        <dsp:cNvPr id="0" name=""/>
        <dsp:cNvSpPr/>
      </dsp:nvSpPr>
      <dsp:spPr>
        <a:xfrm>
          <a:off x="5948809" y="200044"/>
          <a:ext cx="534023" cy="534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6326E-7F41-4B11-BEB8-6FCC86981296}">
      <dsp:nvSpPr>
        <dsp:cNvPr id="0" name=""/>
        <dsp:cNvSpPr/>
      </dsp:nvSpPr>
      <dsp:spPr>
        <a:xfrm>
          <a:off x="5452930" y="122231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Dépendance binaire à déployer (.NET Framework 4.8).</a:t>
          </a:r>
          <a:endParaRPr lang="en-US" sz="1100" kern="1200"/>
        </a:p>
      </dsp:txBody>
      <dsp:txXfrm>
        <a:off x="5452930" y="1222317"/>
        <a:ext cx="1525781" cy="610312"/>
      </dsp:txXfrm>
    </dsp:sp>
    <dsp:sp modelId="{000CF34A-AE8A-47F4-BE70-1BE34E5B6C73}">
      <dsp:nvSpPr>
        <dsp:cNvPr id="0" name=""/>
        <dsp:cNvSpPr/>
      </dsp:nvSpPr>
      <dsp:spPr>
        <a:xfrm>
          <a:off x="3061268" y="2214075"/>
          <a:ext cx="930726" cy="93072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347DB-5766-412C-AE97-0AD1EE64643D}">
      <dsp:nvSpPr>
        <dsp:cNvPr id="0" name=""/>
        <dsp:cNvSpPr/>
      </dsp:nvSpPr>
      <dsp:spPr>
        <a:xfrm>
          <a:off x="3259620" y="2412427"/>
          <a:ext cx="534023" cy="534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0E5395-9CC1-4FBE-9E3D-DC120BCB5091}">
      <dsp:nvSpPr>
        <dsp:cNvPr id="0" name=""/>
        <dsp:cNvSpPr/>
      </dsp:nvSpPr>
      <dsp:spPr>
        <a:xfrm>
          <a:off x="2763741" y="343470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Monitoring des conversions (warnings / erreurs).</a:t>
          </a:r>
          <a:endParaRPr lang="en-US" sz="1100" kern="1200"/>
        </a:p>
      </dsp:txBody>
      <dsp:txXfrm>
        <a:off x="2763741" y="3434700"/>
        <a:ext cx="1525781" cy="6103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BA0AB-5E5A-2944-8676-8D8506FFF457}">
      <dsp:nvSpPr>
        <dsp:cNvPr id="0" name=""/>
        <dsp:cNvSpPr/>
      </dsp:nvSpPr>
      <dsp:spPr>
        <a:xfrm>
          <a:off x="0" y="281186"/>
          <a:ext cx="4211240" cy="42112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C77CB9-014F-7945-8F2C-85B6D1D39E42}">
      <dsp:nvSpPr>
        <dsp:cNvPr id="0" name=""/>
        <dsp:cNvSpPr/>
      </dsp:nvSpPr>
      <dsp:spPr>
        <a:xfrm>
          <a:off x="400067" y="681254"/>
          <a:ext cx="1642383" cy="16423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Conversion non conforme pour certains fichiers → tests &amp; validation PDF/A.</a:t>
          </a:r>
          <a:endParaRPr lang="en-US" sz="1400" kern="1200"/>
        </a:p>
      </dsp:txBody>
      <dsp:txXfrm>
        <a:off x="480242" y="761429"/>
        <a:ext cx="1482033" cy="1482033"/>
      </dsp:txXfrm>
    </dsp:sp>
    <dsp:sp modelId="{BDB70D85-6140-4141-9798-EF0F23ED8640}">
      <dsp:nvSpPr>
        <dsp:cNvPr id="0" name=""/>
        <dsp:cNvSpPr/>
      </dsp:nvSpPr>
      <dsp:spPr>
        <a:xfrm>
          <a:off x="2168788" y="681254"/>
          <a:ext cx="1642383" cy="164238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Indisponibilité licence → clé de secours &amp; contrat fournisseur.</a:t>
          </a:r>
          <a:endParaRPr lang="en-US" sz="1400" kern="1200"/>
        </a:p>
      </dsp:txBody>
      <dsp:txXfrm>
        <a:off x="2248963" y="761429"/>
        <a:ext cx="1482033" cy="1482033"/>
      </dsp:txXfrm>
    </dsp:sp>
    <dsp:sp modelId="{91B82571-AF04-7F4F-8816-C76F0D2A6238}">
      <dsp:nvSpPr>
        <dsp:cNvPr id="0" name=""/>
        <dsp:cNvSpPr/>
      </dsp:nvSpPr>
      <dsp:spPr>
        <a:xfrm>
          <a:off x="400067" y="2449975"/>
          <a:ext cx="1642383" cy="164238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Problèmes de performance → tests de charge et montée en charge progressive.</a:t>
          </a:r>
          <a:endParaRPr lang="en-US" sz="1400" kern="1200"/>
        </a:p>
      </dsp:txBody>
      <dsp:txXfrm>
        <a:off x="480242" y="2530150"/>
        <a:ext cx="1482033" cy="1482033"/>
      </dsp:txXfrm>
    </dsp:sp>
    <dsp:sp modelId="{BB900437-C5EC-8749-8CD4-CC1C09BAE401}">
      <dsp:nvSpPr>
        <dsp:cNvPr id="0" name=""/>
        <dsp:cNvSpPr/>
      </dsp:nvSpPr>
      <dsp:spPr>
        <a:xfrm>
          <a:off x="2168788" y="2449975"/>
          <a:ext cx="1642383" cy="164238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Fuite de clé → stocker dans vault et accès restreint.</a:t>
          </a:r>
          <a:endParaRPr lang="en-US" sz="1400" kern="1200"/>
        </a:p>
      </dsp:txBody>
      <dsp:txXfrm>
        <a:off x="2248963" y="2530150"/>
        <a:ext cx="1482033" cy="14820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9097BE-8855-4D8D-BEB2-76FCE25F6C4E}">
      <dsp:nvSpPr>
        <dsp:cNvPr id="0" name=""/>
        <dsp:cNvSpPr/>
      </dsp:nvSpPr>
      <dsp:spPr>
        <a:xfrm>
          <a:off x="364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47A2D-DFDF-40B4-85FC-4F087C91B46B}">
      <dsp:nvSpPr>
        <dsp:cNvPr id="0" name=""/>
        <dsp:cNvSpPr/>
      </dsp:nvSpPr>
      <dsp:spPr>
        <a:xfrm>
          <a:off x="59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28F09-5426-4149-9742-D95355E898B4}">
      <dsp:nvSpPr>
        <dsp:cNvPr id="0" name=""/>
        <dsp:cNvSpPr/>
      </dsp:nvSpPr>
      <dsp:spPr>
        <a:xfrm>
          <a:off x="1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Pourquoi : conformité d'archivage, fiabilité, réduction dette technique.</a:t>
          </a:r>
          <a:endParaRPr lang="en-US" sz="1100" kern="1200"/>
        </a:p>
      </dsp:txBody>
      <dsp:txXfrm>
        <a:off x="13264" y="2062138"/>
        <a:ext cx="1800000" cy="720000"/>
      </dsp:txXfrm>
    </dsp:sp>
    <dsp:sp modelId="{0F712C7E-0976-4C1E-8FE8-EE9D05BBEE55}">
      <dsp:nvSpPr>
        <dsp:cNvPr id="0" name=""/>
        <dsp:cNvSpPr/>
      </dsp:nvSpPr>
      <dsp:spPr>
        <a:xfrm>
          <a:off x="2479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FC367F-F48F-45BF-BA46-FDD73785C2AC}">
      <dsp:nvSpPr>
        <dsp:cNvPr id="0" name=""/>
        <dsp:cNvSpPr/>
      </dsp:nvSpPr>
      <dsp:spPr>
        <a:xfrm>
          <a:off x="271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78AE5-E95F-4299-BE0D-ACCC0A5CE2B9}">
      <dsp:nvSpPr>
        <dsp:cNvPr id="0" name=""/>
        <dsp:cNvSpPr/>
      </dsp:nvSpPr>
      <dsp:spPr>
        <a:xfrm>
          <a:off x="212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Bénéfice : PDF/A natif, conversions images → archivables.</a:t>
          </a:r>
          <a:endParaRPr lang="en-US" sz="1100" kern="1200"/>
        </a:p>
      </dsp:txBody>
      <dsp:txXfrm>
        <a:off x="2128264" y="2062138"/>
        <a:ext cx="1800000" cy="720000"/>
      </dsp:txXfrm>
    </dsp:sp>
    <dsp:sp modelId="{10672EAB-0DFE-4BF1-830E-1FDD67202926}">
      <dsp:nvSpPr>
        <dsp:cNvPr id="0" name=""/>
        <dsp:cNvSpPr/>
      </dsp:nvSpPr>
      <dsp:spPr>
        <a:xfrm>
          <a:off x="4594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149CE-075A-4079-9A23-078A55A1007C}">
      <dsp:nvSpPr>
        <dsp:cNvPr id="0" name=""/>
        <dsp:cNvSpPr/>
      </dsp:nvSpPr>
      <dsp:spPr>
        <a:xfrm>
          <a:off x="4828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33F5C-17B9-4DD9-9E6E-16F4A702EBE2}">
      <dsp:nvSpPr>
        <dsp:cNvPr id="0" name=""/>
        <dsp:cNvSpPr/>
      </dsp:nvSpPr>
      <dsp:spPr>
        <a:xfrm>
          <a:off x="4243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Coûts/efforts : gestion licence, tests, adaptation infra.</a:t>
          </a:r>
          <a:endParaRPr lang="en-US" sz="1100" kern="1200"/>
        </a:p>
      </dsp:txBody>
      <dsp:txXfrm>
        <a:off x="4243264" y="2062138"/>
        <a:ext cx="1800000" cy="720000"/>
      </dsp:txXfrm>
    </dsp:sp>
    <dsp:sp modelId="{2F66EDE3-F75A-4A0F-9523-9CC514C2076C}">
      <dsp:nvSpPr>
        <dsp:cNvPr id="0" name=""/>
        <dsp:cNvSpPr/>
      </dsp:nvSpPr>
      <dsp:spPr>
        <a:xfrm>
          <a:off x="6709264" y="6221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DAD4D-F562-4831-8662-5F563B24A30E}">
      <dsp:nvSpPr>
        <dsp:cNvPr id="0" name=""/>
        <dsp:cNvSpPr/>
      </dsp:nvSpPr>
      <dsp:spPr>
        <a:xfrm>
          <a:off x="694326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C5E48-242B-45E0-BEA5-5E5DADD49589}">
      <dsp:nvSpPr>
        <dsp:cNvPr id="0" name=""/>
        <dsp:cNvSpPr/>
      </dsp:nvSpPr>
      <dsp:spPr>
        <a:xfrm>
          <a:off x="635826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Proposition : lancer pilote rapide (dev → préprod) avec jeux fournis par PO.</a:t>
          </a:r>
          <a:endParaRPr lang="en-US" sz="1100" kern="1200"/>
        </a:p>
      </dsp:txBody>
      <dsp:txXfrm>
        <a:off x="6358264" y="2062138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7D355-2735-D64F-9C89-BDEADD702D2D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4D09C-BDD0-014B-A54C-CD8C39B698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22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Présenter l'ordre et le timing : ~30-45 min (présentation + Q&amp;A).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sur les problèmes métier rencontrés avec l'approche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Lier chaque motif à un bénéfice concret pour les produits/processus.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exemples concrets : archivage d'un dossier, réception de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Aligner sur les KPIs métiers (p.ex. taux de rejet, temps de traitement).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Demander support DSI pour vault/secret manager et droits disque.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Suggérer qui doit être responsable pour chaque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Proposer un résultat souhaité après mitigation (ex. taux d'échec &lt; X%).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Durée indicative totale : 2–6 semaines selon périmètre.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Demander aux PO de définir seuils concrets (p.ex. latence max).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Fermer la réunion avec un ou deux décisions claires.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Proposer que les PO apportent 3-5 documents réels pour la session 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Terminer sur appel à action clair.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Attribuer responsabilités et dates cibles.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la checklist aux PO après la réunion.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0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4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3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5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8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3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8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9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0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6778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90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5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20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93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7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82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1325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7275344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5231183" cy="8614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700">
                <a:solidFill>
                  <a:schemeClr val="tx1">
                    <a:lumMod val="85000"/>
                    <a:lumOff val="15000"/>
                  </a:schemeClr>
                </a:solidFill>
              </a:rPr>
              <a:t>Présentation de la classe ApgisPdfTools (PdfTools SDK) — Public : Product Owners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5231186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600"/>
              <a:t>Migration de la solution PDF pour Apgis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EBEBEB"/>
                </a:solidFill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Contexte &amp; historique rapide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Pourquoi on change (bénéfices métier)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Vue fonctionnelle de la solution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Impacts à prévoir (technique, process, licence)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Risques et mitigations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Plan de migration &amp; critères d'acceptation</a:t>
            </a:r>
          </a:p>
          <a:p>
            <a:pPr>
              <a:lnSpc>
                <a:spcPct val="90000"/>
              </a:lnSpc>
              <a:defRPr sz="1800"/>
            </a:pPr>
            <a:r>
              <a:rPr lang="fr-FR" sz="1800">
                <a:solidFill>
                  <a:srgbClr val="FFFFFF"/>
                </a:solidFill>
              </a:rPr>
              <a:t>Décisions à prendre / prochaines étapes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otes autocollantes sur un mur">
            <a:extLst>
              <a:ext uri="{FF2B5EF4-FFF2-40B4-BE49-F238E27FC236}">
                <a16:creationId xmlns:a16="http://schemas.microsoft.com/office/drawing/2014/main" id="{7C58EE25-196E-1914-7AC7-10DC5929B0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39" r="31202" b="1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fr-FR"/>
              <a:t>Historique &amp; contexte</a:t>
            </a:r>
            <a:endParaRPr lang="fr-FR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56FD54D-1980-7E9C-ACE2-F7A899D23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639857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fr-FR" sz="2800" dirty="0">
                <a:solidFill>
                  <a:srgbClr val="F2F2F2"/>
                </a:solidFill>
              </a:rPr>
              <a:t>Pourquoi on change ?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AA29F0-B22A-FF7F-ECB9-6476A936D2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796205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dirty="0" err="1"/>
              <a:t>Fonctionnalités</a:t>
            </a:r>
            <a:r>
              <a:rPr dirty="0"/>
              <a:t> </a:t>
            </a:r>
            <a:r>
              <a:rPr dirty="0" err="1"/>
              <a:t>exposées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620ED3-A30C-3616-2F6D-B45F78D2A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874727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Bénéfices métiers concrets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E7457B-8D59-F740-3D5A-FA59CE0B83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700" y="2052925"/>
          <a:ext cx="6711654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dirty="0"/>
              <a:t>Impacts à </a:t>
            </a:r>
            <a:r>
              <a:rPr dirty="0" err="1"/>
              <a:t>prévoir</a:t>
            </a:r>
            <a:r>
              <a:rPr lang="fr-FR" dirty="0"/>
              <a:t> — technique &amp; infra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CCA4D1-F36E-EECF-8AED-296049BF2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007666"/>
              </p:ext>
            </p:extLst>
          </p:nvPr>
        </p:nvGraphicFramePr>
        <p:xfrm>
          <a:off x="484583" y="2237362"/>
          <a:ext cx="7053264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Impacts organisationnels &amp;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Procédure</a:t>
            </a:r>
            <a:r>
              <a:rPr dirty="0"/>
              <a:t> pour stocker/</a:t>
            </a:r>
            <a:r>
              <a:rPr dirty="0" err="1"/>
              <a:t>rotater</a:t>
            </a:r>
            <a:r>
              <a:rPr dirty="0"/>
              <a:t> la </a:t>
            </a:r>
            <a:r>
              <a:rPr dirty="0" err="1"/>
              <a:t>clé</a:t>
            </a:r>
            <a:r>
              <a:rPr dirty="0"/>
              <a:t> (ne pas </a:t>
            </a:r>
            <a:r>
              <a:rPr dirty="0" err="1"/>
              <a:t>laisser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clair</a:t>
            </a:r>
            <a:r>
              <a:rPr dirty="0"/>
              <a:t>).</a:t>
            </a:r>
            <a:endParaRPr lang="fr-FR" dirty="0"/>
          </a:p>
          <a:p>
            <a:pPr>
              <a:defRPr sz="1800"/>
            </a:pPr>
            <a:r>
              <a:rPr lang="fr-FR" dirty="0"/>
              <a:t>Clés distinctes pour dev/</a:t>
            </a:r>
            <a:r>
              <a:rPr lang="fr-FR" dirty="0" err="1"/>
              <a:t>preprod</a:t>
            </a:r>
            <a:r>
              <a:rPr lang="fr-FR" dirty="0"/>
              <a:t>/prod.</a:t>
            </a:r>
          </a:p>
          <a:p>
            <a:pPr>
              <a:defRPr sz="1800"/>
            </a:pPr>
            <a:r>
              <a:rPr lang="fr-FR" dirty="0"/>
              <a:t>QA métier : fournir jeux de documents pour validation.</a:t>
            </a:r>
          </a:p>
          <a:p>
            <a:pPr>
              <a:defRPr sz="1800"/>
            </a:pPr>
            <a:r>
              <a:rPr dirty="0"/>
              <a:t>Support/exploitation : </a:t>
            </a:r>
            <a:r>
              <a:rPr dirty="0" err="1"/>
              <a:t>procédure</a:t>
            </a:r>
            <a:r>
              <a:rPr dirty="0"/>
              <a:t> </a:t>
            </a:r>
            <a:r>
              <a:rPr dirty="0" err="1"/>
              <a:t>d'escalade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</a:t>
            </a:r>
            <a:r>
              <a:rPr dirty="0" err="1"/>
              <a:t>d'échec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fr-FR" sz="3600">
                <a:solidFill>
                  <a:srgbClr val="F2F2F2"/>
                </a:solidFill>
              </a:rPr>
              <a:t>Principaux risques (métier) &amp; mitigations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F94E914-54EB-2F72-366B-C4E6883E06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6656661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8347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743184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7" y="1645920"/>
            <a:ext cx="2642159" cy="4470821"/>
          </a:xfrm>
        </p:spPr>
        <p:txBody>
          <a:bodyPr>
            <a:normAutofit/>
          </a:bodyPr>
          <a:lstStyle/>
          <a:p>
            <a:pPr algn="r"/>
            <a:r>
              <a:rPr lang="fr-FR">
                <a:solidFill>
                  <a:srgbClr val="FFFFFF"/>
                </a:solidFill>
              </a:rPr>
              <a:t>Plan de migration — étapes haut niveau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081" y="1645920"/>
            <a:ext cx="4439628" cy="447082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fr-FR" sz="1800" dirty="0"/>
              <a:t>Préparation : inventaire usages &amp; obtenir clés/licences (1-2 </a:t>
            </a:r>
            <a:r>
              <a:rPr lang="fr-FR" sz="1800" dirty="0" err="1"/>
              <a:t>sem</a:t>
            </a:r>
            <a:r>
              <a:rPr lang="fr-FR" sz="1800" dirty="0"/>
              <a:t>).</a:t>
            </a:r>
          </a:p>
          <a:p>
            <a:pPr>
              <a:defRPr sz="1800"/>
            </a:pPr>
            <a:r>
              <a:rPr lang="fr-FR" sz="1800" dirty="0"/>
              <a:t>Intégration &amp; tests en dev (1-2 </a:t>
            </a:r>
            <a:r>
              <a:rPr lang="fr-FR" sz="1800" dirty="0" err="1"/>
              <a:t>sem</a:t>
            </a:r>
            <a:r>
              <a:rPr lang="fr-FR" sz="1800" dirty="0"/>
              <a:t>).</a:t>
            </a:r>
          </a:p>
          <a:p>
            <a:pPr>
              <a:defRPr sz="1800"/>
            </a:pPr>
            <a:r>
              <a:rPr lang="fr-FR" sz="1800" dirty="0"/>
              <a:t>Validation métier &amp; Recette(1-2 </a:t>
            </a:r>
            <a:r>
              <a:rPr lang="fr-FR" sz="1800" dirty="0" err="1"/>
              <a:t>sem</a:t>
            </a:r>
            <a:r>
              <a:rPr lang="fr-FR" sz="1800" dirty="0"/>
              <a:t>).</a:t>
            </a:r>
          </a:p>
          <a:p>
            <a:pPr>
              <a:defRPr sz="1800"/>
            </a:pPr>
            <a:r>
              <a:rPr lang="fr-FR" sz="1800" dirty="0"/>
              <a:t>Déploiement progressif (préprod → prod) et monitoring.</a:t>
            </a:r>
          </a:p>
          <a:p>
            <a:pPr>
              <a:defRPr sz="1800"/>
            </a:pPr>
            <a:r>
              <a:rPr lang="fr-FR" sz="1800" dirty="0"/>
              <a:t>Retrait d'</a:t>
            </a:r>
            <a:r>
              <a:rPr lang="fr-FR" sz="1800" dirty="0" err="1"/>
              <a:t>iTextSharp</a:t>
            </a:r>
            <a:r>
              <a:rPr lang="fr-FR" sz="1800" dirty="0"/>
              <a:t> après stabilisation.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600" dirty="0">
                <a:solidFill>
                  <a:srgbClr val="EBEBEB"/>
                </a:solidFill>
              </a:rPr>
              <a:t>Critères d'acceptation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fr-FR" sz="1800" dirty="0">
                <a:solidFill>
                  <a:srgbClr val="FFFFFF"/>
                </a:solidFill>
              </a:rPr>
              <a:t>Documents convertis validés PDF/A selon niveau choisi.</a:t>
            </a:r>
          </a:p>
          <a:p>
            <a:pPr>
              <a:defRPr sz="1800"/>
            </a:pPr>
            <a:r>
              <a:rPr lang="fr-FR" sz="1800" dirty="0">
                <a:solidFill>
                  <a:srgbClr val="FFFFFF"/>
                </a:solidFill>
              </a:rPr>
              <a:t>Fusion &amp; extraction respectent besoins métiers.</a:t>
            </a:r>
          </a:p>
          <a:p>
            <a:pPr>
              <a:defRPr sz="1800"/>
            </a:pPr>
            <a:r>
              <a:rPr lang="fr-FR" sz="1800" dirty="0">
                <a:solidFill>
                  <a:srgbClr val="FFFFFF"/>
                </a:solidFill>
              </a:rPr>
              <a:t>Pas de régression visible pour utilisateurs.</a:t>
            </a:r>
          </a:p>
          <a:p>
            <a:pPr>
              <a:defRPr sz="1800"/>
            </a:pPr>
            <a:r>
              <a:rPr lang="fr-FR" sz="1800" dirty="0">
                <a:solidFill>
                  <a:srgbClr val="FFFFFF"/>
                </a:solidFill>
              </a:rPr>
              <a:t>Logs clairs et taux d'erreur acceptable.</a:t>
            </a:r>
          </a:p>
          <a:p>
            <a:pPr>
              <a:defRPr sz="1800"/>
            </a:pPr>
            <a:r>
              <a:rPr lang="fr-FR" sz="1800" dirty="0">
                <a:solidFill>
                  <a:srgbClr val="FFFFFF"/>
                </a:solidFill>
              </a:rPr>
              <a:t>Clé licence en place et sécurisée.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rganisateurs de couleurs différentes">
            <a:extLst>
              <a:ext uri="{FF2B5EF4-FFF2-40B4-BE49-F238E27FC236}">
                <a16:creationId xmlns:a16="http://schemas.microsoft.com/office/drawing/2014/main" id="{6262FAA4-F528-B8BA-61EA-2655555190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34" r="33528" b="1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Décisions à prendre aujourd'hui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Quel niveau PDF/A retenir pour l'archivage (ex. PDF/A-2b) ?</a:t>
            </a:r>
          </a:p>
          <a:p>
            <a:pPr>
              <a:defRPr sz="1800"/>
            </a:pPr>
            <a:r>
              <a:t>PO fournissent jeux de documents représentatifs.</a:t>
            </a:r>
          </a:p>
          <a:p>
            <a:pPr>
              <a:defRPr sz="1800"/>
            </a:pPr>
            <a:r>
              <a:t>Où stocker la clé (vault interne, secret manager) et qui la gère ?</a:t>
            </a:r>
          </a:p>
          <a:p>
            <a:pPr>
              <a:defRPr sz="1800"/>
            </a:pPr>
            <a:r>
              <a:t>Planning souhaité pour le pilote et mise en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1785" y="629266"/>
            <a:ext cx="3575604" cy="16419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900"/>
              <a:t>Démo — scénarios recommandés pour validation</a:t>
            </a:r>
          </a:p>
        </p:txBody>
      </p:sp>
      <p:pic>
        <p:nvPicPr>
          <p:cNvPr id="13" name="Picture 4" descr="Loupe montrant des performances en baisse">
            <a:extLst>
              <a:ext uri="{FF2B5EF4-FFF2-40B4-BE49-F238E27FC236}">
                <a16:creationId xmlns:a16="http://schemas.microsoft.com/office/drawing/2014/main" id="{558569A1-8A16-4536-6B9B-C0984CE2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02" r="48365" b="-1"/>
          <a:stretch>
            <a:fillRect/>
          </a:stretch>
        </p:blipFill>
        <p:spPr>
          <a:xfrm>
            <a:off x="20" y="10"/>
            <a:ext cx="3475989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1785" y="2438400"/>
            <a:ext cx="3575604" cy="3809999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fr-FR" sz="1800" dirty="0"/>
              <a:t>Conversion d'un PDF non-conforme → vérifier PDF/A produit.</a:t>
            </a:r>
          </a:p>
          <a:p>
            <a:pPr>
              <a:defRPr sz="1800"/>
            </a:pPr>
            <a:r>
              <a:rPr lang="fr-FR" sz="1800" dirty="0"/>
              <a:t>Conversion d'un scan/image → vérifier PDF/A + texte alternatif.</a:t>
            </a:r>
          </a:p>
          <a:p>
            <a:pPr>
              <a:defRPr sz="1800"/>
            </a:pPr>
            <a:r>
              <a:rPr lang="fr-FR" sz="1800" dirty="0"/>
              <a:t>Fusion de 3 documents hétérogènes → vérifier pagination.</a:t>
            </a:r>
          </a:p>
          <a:p>
            <a:pPr>
              <a:defRPr sz="1800"/>
            </a:pPr>
            <a:r>
              <a:rPr lang="fr-FR" sz="1800" dirty="0"/>
              <a:t>Extraction de texte → vérifier qualité / encodage.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EBEBEB"/>
                </a:solidFill>
              </a:rPr>
              <a:t>Synthèse exécutive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9EF850-4FC9-1F84-CE76-838616F3A8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985901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 proposées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Validation du niveau PDF/A souhaité (PO).</a:t>
            </a:r>
          </a:p>
          <a:p>
            <a:pPr>
              <a:defRPr sz="1800"/>
            </a:pPr>
            <a:r>
              <a:t>PO fournissent 3–5 documents types pour tests.</a:t>
            </a:r>
          </a:p>
          <a:p>
            <a:pPr>
              <a:defRPr sz="1800"/>
            </a:pPr>
            <a:r>
              <a:t>Planifier le pilote (équipe technique) — ~2 sem.</a:t>
            </a:r>
          </a:p>
          <a:p>
            <a:pPr>
              <a:defRPr sz="1800"/>
            </a:pPr>
            <a:r>
              <a:t>Réunion de revue des résultats &amp; décision mise en prod.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— Checklist rapide pour les 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Choix du niveau PDF/A (ex. 2b).</a:t>
            </a:r>
          </a:p>
          <a:p>
            <a:pPr>
              <a:defRPr sz="1800"/>
            </a:pPr>
            <a:r>
              <a:t>Fournir jeux de documents représentatifs (PDF, scans, gros fichiers).</a:t>
            </a:r>
          </a:p>
          <a:p>
            <a:pPr>
              <a:defRPr sz="1800"/>
            </a:pPr>
            <a:r>
              <a:t>Définir seuils d'acceptation (latence, taux d'erreur).</a:t>
            </a:r>
          </a:p>
          <a:p>
            <a:pPr>
              <a:defRPr sz="1800"/>
            </a:pPr>
            <a:r>
              <a:t>Confirmer responsable gestion de la clé licence.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946</Words>
  <Application>Microsoft Macintosh PowerPoint</Application>
  <PresentationFormat>Affichage à l'écran (4:3)</PresentationFormat>
  <Paragraphs>102</Paragraphs>
  <Slides>16</Slides>
  <Notes>15</Notes>
  <HiddenSlides>4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Century Gothic</vt:lpstr>
      <vt:lpstr>Wingdings 3</vt:lpstr>
      <vt:lpstr>Ion</vt:lpstr>
      <vt:lpstr>Migration de la solution PDF pour Apgis</vt:lpstr>
      <vt:lpstr>Sommaire</vt:lpstr>
      <vt:lpstr>Historique &amp; contexte</vt:lpstr>
      <vt:lpstr>Pourquoi on change ?</vt:lpstr>
      <vt:lpstr>Fonctionnalités exposées</vt:lpstr>
      <vt:lpstr>Bénéfices métiers concrets</vt:lpstr>
      <vt:lpstr>Impacts à prévoir — technique &amp; infra</vt:lpstr>
      <vt:lpstr>Impacts organisationnels &amp; process</vt:lpstr>
      <vt:lpstr>Principaux risques (métier) &amp; mitigations</vt:lpstr>
      <vt:lpstr>Plan de migration — étapes haut niveau</vt:lpstr>
      <vt:lpstr>Critères d'acceptation</vt:lpstr>
      <vt:lpstr>Décisions à prendre aujourd'hui</vt:lpstr>
      <vt:lpstr>Démo — scénarios recommandés pour validation</vt:lpstr>
      <vt:lpstr>Synthèse exécutive</vt:lpstr>
      <vt:lpstr>Prochaines étapes proposées</vt:lpstr>
      <vt:lpstr>Annexe — Checklist rapide pour les PO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Capron</cp:lastModifiedBy>
  <cp:revision>1</cp:revision>
  <dcterms:created xsi:type="dcterms:W3CDTF">2013-01-27T09:14:16Z</dcterms:created>
  <dcterms:modified xsi:type="dcterms:W3CDTF">2026-01-06T10:21:22Z</dcterms:modified>
  <cp:category/>
</cp:coreProperties>
</file>